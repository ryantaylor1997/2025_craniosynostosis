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3" r:id="rId9"/>
    <p:sldId id="266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34060B-3F04-42EE-AFD1-D8170C59E1E7}" v="36" dt="2024-03-06T22:06:47.4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268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khill, Connor" userId="88bb6572-2850-4ce5-a5a4-e018c22ac1b8" providerId="ADAL" clId="{8134060B-3F04-42EE-AFD1-D8170C59E1E7}"/>
    <pc:docChg chg="undo redo custSel addSld delSld modSld sldOrd">
      <pc:chgData name="Elkhill, Connor" userId="88bb6572-2850-4ce5-a5a4-e018c22ac1b8" providerId="ADAL" clId="{8134060B-3F04-42EE-AFD1-D8170C59E1E7}" dt="2024-03-06T22:07:31.940" v="2947" actId="6549"/>
      <pc:docMkLst>
        <pc:docMk/>
      </pc:docMkLst>
      <pc:sldChg chg="modSp mod">
        <pc:chgData name="Elkhill, Connor" userId="88bb6572-2850-4ce5-a5a4-e018c22ac1b8" providerId="ADAL" clId="{8134060B-3F04-42EE-AFD1-D8170C59E1E7}" dt="2024-02-29T21:43:50.583" v="1559" actId="20577"/>
        <pc:sldMkLst>
          <pc:docMk/>
          <pc:sldMk cId="518476671" sldId="256"/>
        </pc:sldMkLst>
        <pc:spChg chg="mod">
          <ac:chgData name="Elkhill, Connor" userId="88bb6572-2850-4ce5-a5a4-e018c22ac1b8" providerId="ADAL" clId="{8134060B-3F04-42EE-AFD1-D8170C59E1E7}" dt="2024-02-29T21:43:50.583" v="1559" actId="20577"/>
          <ac:spMkLst>
            <pc:docMk/>
            <pc:sldMk cId="518476671" sldId="256"/>
            <ac:spMk id="3" creationId="{C5EF77CC-A6F4-98E0-7D7B-57921D0E7C07}"/>
          </ac:spMkLst>
        </pc:spChg>
      </pc:sldChg>
      <pc:sldChg chg="modSp mod">
        <pc:chgData name="Elkhill, Connor" userId="88bb6572-2850-4ce5-a5a4-e018c22ac1b8" providerId="ADAL" clId="{8134060B-3F04-42EE-AFD1-D8170C59E1E7}" dt="2024-03-06T20:52:03.881" v="1562" actId="14826"/>
        <pc:sldMkLst>
          <pc:docMk/>
          <pc:sldMk cId="221077524" sldId="258"/>
        </pc:sldMkLst>
        <pc:spChg chg="mod">
          <ac:chgData name="Elkhill, Connor" userId="88bb6572-2850-4ce5-a5a4-e018c22ac1b8" providerId="ADAL" clId="{8134060B-3F04-42EE-AFD1-D8170C59E1E7}" dt="2024-02-29T21:31:38.777" v="737" actId="20577"/>
          <ac:spMkLst>
            <pc:docMk/>
            <pc:sldMk cId="221077524" sldId="258"/>
            <ac:spMk id="3" creationId="{11C726BD-2E9B-410B-FCFD-B6C878B41E7A}"/>
          </ac:spMkLst>
        </pc:spChg>
        <pc:spChg chg="mod">
          <ac:chgData name="Elkhill, Connor" userId="88bb6572-2850-4ce5-a5a4-e018c22ac1b8" providerId="ADAL" clId="{8134060B-3F04-42EE-AFD1-D8170C59E1E7}" dt="2024-03-06T20:52:03.881" v="1562" actId="14826"/>
          <ac:spMkLst>
            <pc:docMk/>
            <pc:sldMk cId="221077524" sldId="258"/>
            <ac:spMk id="6" creationId="{832DEF44-6657-74E0-1DC5-EDB5A40A0C84}"/>
          </ac:spMkLst>
        </pc:spChg>
        <pc:grpChg chg="mod">
          <ac:chgData name="Elkhill, Connor" userId="88bb6572-2850-4ce5-a5a4-e018c22ac1b8" providerId="ADAL" clId="{8134060B-3F04-42EE-AFD1-D8170C59E1E7}" dt="2024-03-06T20:52:03.881" v="1562" actId="14826"/>
          <ac:grpSpMkLst>
            <pc:docMk/>
            <pc:sldMk cId="221077524" sldId="258"/>
            <ac:grpSpMk id="7" creationId="{13756C13-C1AD-3934-3994-37819BD547BC}"/>
          </ac:grpSpMkLst>
        </pc:grpChg>
        <pc:picChg chg="mod">
          <ac:chgData name="Elkhill, Connor" userId="88bb6572-2850-4ce5-a5a4-e018c22ac1b8" providerId="ADAL" clId="{8134060B-3F04-42EE-AFD1-D8170C59E1E7}" dt="2024-03-06T20:52:03.881" v="1562" actId="14826"/>
          <ac:picMkLst>
            <pc:docMk/>
            <pc:sldMk cId="221077524" sldId="258"/>
            <ac:picMk id="5" creationId="{C0AFE29F-93A6-0E9B-935E-71154076AC59}"/>
          </ac:picMkLst>
        </pc:picChg>
      </pc:sldChg>
      <pc:sldChg chg="addSp delSp modSp mod">
        <pc:chgData name="Elkhill, Connor" userId="88bb6572-2850-4ce5-a5a4-e018c22ac1b8" providerId="ADAL" clId="{8134060B-3F04-42EE-AFD1-D8170C59E1E7}" dt="2024-03-06T21:06:45.495" v="1767" actId="1076"/>
        <pc:sldMkLst>
          <pc:docMk/>
          <pc:sldMk cId="2523318621" sldId="259"/>
        </pc:sldMkLst>
        <pc:spChg chg="mod">
          <ac:chgData name="Elkhill, Connor" userId="88bb6572-2850-4ce5-a5a4-e018c22ac1b8" providerId="ADAL" clId="{8134060B-3F04-42EE-AFD1-D8170C59E1E7}" dt="2024-03-06T20:53:25.395" v="1763" actId="5793"/>
          <ac:spMkLst>
            <pc:docMk/>
            <pc:sldMk cId="2523318621" sldId="259"/>
            <ac:spMk id="3" creationId="{4C424276-85FE-24B1-9ABF-A2D514E64DE0}"/>
          </ac:spMkLst>
        </pc:spChg>
        <pc:spChg chg="mod">
          <ac:chgData name="Elkhill, Connor" userId="88bb6572-2850-4ce5-a5a4-e018c22ac1b8" providerId="ADAL" clId="{8134060B-3F04-42EE-AFD1-D8170C59E1E7}" dt="2024-03-06T20:52:17.837" v="1563" actId="14826"/>
          <ac:spMkLst>
            <pc:docMk/>
            <pc:sldMk cId="2523318621" sldId="259"/>
            <ac:spMk id="6" creationId="{BC0147B6-3ECF-AB54-C766-89031C77E537}"/>
          </ac:spMkLst>
        </pc:spChg>
        <pc:spChg chg="add del mod">
          <ac:chgData name="Elkhill, Connor" userId="88bb6572-2850-4ce5-a5a4-e018c22ac1b8" providerId="ADAL" clId="{8134060B-3F04-42EE-AFD1-D8170C59E1E7}" dt="2024-03-06T21:06:42.255" v="1766" actId="478"/>
          <ac:spMkLst>
            <pc:docMk/>
            <pc:sldMk cId="2523318621" sldId="259"/>
            <ac:spMk id="10" creationId="{D763EEEF-DBCB-64FB-10AF-BA617B0FBD1C}"/>
          </ac:spMkLst>
        </pc:spChg>
        <pc:grpChg chg="mod">
          <ac:chgData name="Elkhill, Connor" userId="88bb6572-2850-4ce5-a5a4-e018c22ac1b8" providerId="ADAL" clId="{8134060B-3F04-42EE-AFD1-D8170C59E1E7}" dt="2024-03-06T21:06:45.495" v="1767" actId="1076"/>
          <ac:grpSpMkLst>
            <pc:docMk/>
            <pc:sldMk cId="2523318621" sldId="259"/>
            <ac:grpSpMk id="4" creationId="{35BDC9E9-F024-269C-DC60-9B29AFEC8EC5}"/>
          </ac:grpSpMkLst>
        </pc:grpChg>
        <pc:grpChg chg="add del mod">
          <ac:chgData name="Elkhill, Connor" userId="88bb6572-2850-4ce5-a5a4-e018c22ac1b8" providerId="ADAL" clId="{8134060B-3F04-42EE-AFD1-D8170C59E1E7}" dt="2024-03-06T21:06:42.255" v="1766" actId="478"/>
          <ac:grpSpMkLst>
            <pc:docMk/>
            <pc:sldMk cId="2523318621" sldId="259"/>
            <ac:grpSpMk id="13" creationId="{3A85E017-D6EF-49EC-A2AE-DA76F5AA58A8}"/>
          </ac:grpSpMkLst>
        </pc:grpChg>
        <pc:picChg chg="mod">
          <ac:chgData name="Elkhill, Connor" userId="88bb6572-2850-4ce5-a5a4-e018c22ac1b8" providerId="ADAL" clId="{8134060B-3F04-42EE-AFD1-D8170C59E1E7}" dt="2024-03-06T20:52:17.837" v="1563" actId="14826"/>
          <ac:picMkLst>
            <pc:docMk/>
            <pc:sldMk cId="2523318621" sldId="259"/>
            <ac:picMk id="5" creationId="{BBD8FB19-4963-0AFB-EC3C-7C73A201113A}"/>
          </ac:picMkLst>
        </pc:picChg>
        <pc:picChg chg="add mod">
          <ac:chgData name="Elkhill, Connor" userId="88bb6572-2850-4ce5-a5a4-e018c22ac1b8" providerId="ADAL" clId="{8134060B-3F04-42EE-AFD1-D8170C59E1E7}" dt="2024-02-29T21:28:57.056" v="596" actId="164"/>
          <ac:picMkLst>
            <pc:docMk/>
            <pc:sldMk cId="2523318621" sldId="259"/>
            <ac:picMk id="8" creationId="{A3BD22CE-1604-1025-C380-1A4F9479C2FD}"/>
          </ac:picMkLst>
        </pc:picChg>
        <pc:picChg chg="add mod">
          <ac:chgData name="Elkhill, Connor" userId="88bb6572-2850-4ce5-a5a4-e018c22ac1b8" providerId="ADAL" clId="{8134060B-3F04-42EE-AFD1-D8170C59E1E7}" dt="2024-02-29T21:28:57.056" v="596" actId="164"/>
          <ac:picMkLst>
            <pc:docMk/>
            <pc:sldMk cId="2523318621" sldId="259"/>
            <ac:picMk id="12" creationId="{94176A68-8DBD-0EBD-295F-180971FB6FDE}"/>
          </ac:picMkLst>
        </pc:picChg>
      </pc:sldChg>
      <pc:sldChg chg="modSp mod">
        <pc:chgData name="Elkhill, Connor" userId="88bb6572-2850-4ce5-a5a4-e018c22ac1b8" providerId="ADAL" clId="{8134060B-3F04-42EE-AFD1-D8170C59E1E7}" dt="2024-03-06T21:09:24.864" v="1772" actId="27636"/>
        <pc:sldMkLst>
          <pc:docMk/>
          <pc:sldMk cId="3950649010" sldId="260"/>
        </pc:sldMkLst>
        <pc:spChg chg="mod">
          <ac:chgData name="Elkhill, Connor" userId="88bb6572-2850-4ce5-a5a4-e018c22ac1b8" providerId="ADAL" clId="{8134060B-3F04-42EE-AFD1-D8170C59E1E7}" dt="2024-03-06T21:09:24.864" v="1772" actId="27636"/>
          <ac:spMkLst>
            <pc:docMk/>
            <pc:sldMk cId="3950649010" sldId="260"/>
            <ac:spMk id="3" creationId="{4C424276-85FE-24B1-9ABF-A2D514E64DE0}"/>
          </ac:spMkLst>
        </pc:spChg>
        <pc:spChg chg="mod">
          <ac:chgData name="Elkhill, Connor" userId="88bb6572-2850-4ce5-a5a4-e018c22ac1b8" providerId="ADAL" clId="{8134060B-3F04-42EE-AFD1-D8170C59E1E7}" dt="2024-03-06T21:09:00.967" v="1769" actId="14826"/>
          <ac:spMkLst>
            <pc:docMk/>
            <pc:sldMk cId="3950649010" sldId="260"/>
            <ac:spMk id="6" creationId="{9BAE9693-1F44-843E-7746-4C4D889ABFAF}"/>
          </ac:spMkLst>
        </pc:spChg>
        <pc:grpChg chg="mod">
          <ac:chgData name="Elkhill, Connor" userId="88bb6572-2850-4ce5-a5a4-e018c22ac1b8" providerId="ADAL" clId="{8134060B-3F04-42EE-AFD1-D8170C59E1E7}" dt="2024-03-06T21:09:00.967" v="1769" actId="14826"/>
          <ac:grpSpMkLst>
            <pc:docMk/>
            <pc:sldMk cId="3950649010" sldId="260"/>
            <ac:grpSpMk id="4" creationId="{E326B61B-CB4F-FD42-F60F-38F2BC29FC78}"/>
          </ac:grpSpMkLst>
        </pc:grpChg>
        <pc:picChg chg="mod">
          <ac:chgData name="Elkhill, Connor" userId="88bb6572-2850-4ce5-a5a4-e018c22ac1b8" providerId="ADAL" clId="{8134060B-3F04-42EE-AFD1-D8170C59E1E7}" dt="2024-03-06T21:09:00.967" v="1769" actId="14826"/>
          <ac:picMkLst>
            <pc:docMk/>
            <pc:sldMk cId="3950649010" sldId="260"/>
            <ac:picMk id="5" creationId="{EED69F9C-040F-042E-867C-ED302B763DBE}"/>
          </ac:picMkLst>
        </pc:picChg>
        <pc:picChg chg="mod">
          <ac:chgData name="Elkhill, Connor" userId="88bb6572-2850-4ce5-a5a4-e018c22ac1b8" providerId="ADAL" clId="{8134060B-3F04-42EE-AFD1-D8170C59E1E7}" dt="2024-03-06T21:09:00.967" v="1769" actId="14826"/>
          <ac:picMkLst>
            <pc:docMk/>
            <pc:sldMk cId="3950649010" sldId="260"/>
            <ac:picMk id="7" creationId="{03BBF4AA-15F8-A742-A1C0-884AA9656DE1}"/>
          </ac:picMkLst>
        </pc:picChg>
      </pc:sldChg>
      <pc:sldChg chg="addSp delSp modSp mod">
        <pc:chgData name="Elkhill, Connor" userId="88bb6572-2850-4ce5-a5a4-e018c22ac1b8" providerId="ADAL" clId="{8134060B-3F04-42EE-AFD1-D8170C59E1E7}" dt="2024-03-06T21:11:24.139" v="2051" actId="27636"/>
        <pc:sldMkLst>
          <pc:docMk/>
          <pc:sldMk cId="1173024833" sldId="261"/>
        </pc:sldMkLst>
        <pc:spChg chg="mod">
          <ac:chgData name="Elkhill, Connor" userId="88bb6572-2850-4ce5-a5a4-e018c22ac1b8" providerId="ADAL" clId="{8134060B-3F04-42EE-AFD1-D8170C59E1E7}" dt="2024-02-29T21:16:22.287" v="96" actId="20577"/>
          <ac:spMkLst>
            <pc:docMk/>
            <pc:sldMk cId="1173024833" sldId="261"/>
            <ac:spMk id="2" creationId="{B3713E37-63F4-0734-8136-0BA39A58937B}"/>
          </ac:spMkLst>
        </pc:spChg>
        <pc:spChg chg="mod">
          <ac:chgData name="Elkhill, Connor" userId="88bb6572-2850-4ce5-a5a4-e018c22ac1b8" providerId="ADAL" clId="{8134060B-3F04-42EE-AFD1-D8170C59E1E7}" dt="2024-03-06T21:11:24.139" v="2051" actId="27636"/>
          <ac:spMkLst>
            <pc:docMk/>
            <pc:sldMk cId="1173024833" sldId="261"/>
            <ac:spMk id="3" creationId="{4C424276-85FE-24B1-9ABF-A2D514E64DE0}"/>
          </ac:spMkLst>
        </pc:spChg>
        <pc:spChg chg="mod">
          <ac:chgData name="Elkhill, Connor" userId="88bb6572-2850-4ce5-a5a4-e018c22ac1b8" providerId="ADAL" clId="{8134060B-3F04-42EE-AFD1-D8170C59E1E7}" dt="2024-02-29T21:16:38.336" v="98" actId="14826"/>
          <ac:spMkLst>
            <pc:docMk/>
            <pc:sldMk cId="1173024833" sldId="261"/>
            <ac:spMk id="6" creationId="{F5381C16-7D0F-1F02-7F60-A95229BD1D11}"/>
          </ac:spMkLst>
        </pc:spChg>
        <pc:spChg chg="mod">
          <ac:chgData name="Elkhill, Connor" userId="88bb6572-2850-4ce5-a5a4-e018c22ac1b8" providerId="ADAL" clId="{8134060B-3F04-42EE-AFD1-D8170C59E1E7}" dt="2024-03-06T21:10:03.544" v="1776" actId="14826"/>
          <ac:spMkLst>
            <pc:docMk/>
            <pc:sldMk cId="1173024833" sldId="261"/>
            <ac:spMk id="9" creationId="{D47516BA-AAAF-CF79-5A49-6A26F5225D1D}"/>
          </ac:spMkLst>
        </pc:spChg>
        <pc:grpChg chg="add del mod">
          <ac:chgData name="Elkhill, Connor" userId="88bb6572-2850-4ce5-a5a4-e018c22ac1b8" providerId="ADAL" clId="{8134060B-3F04-42EE-AFD1-D8170C59E1E7}" dt="2024-03-06T21:09:49.480" v="1773" actId="478"/>
          <ac:grpSpMkLst>
            <pc:docMk/>
            <pc:sldMk cId="1173024833" sldId="261"/>
            <ac:grpSpMk id="4" creationId="{8E0DD0E3-66F7-383C-89A6-4D757AF8EA1D}"/>
          </ac:grpSpMkLst>
        </pc:grpChg>
        <pc:grpChg chg="add mod">
          <ac:chgData name="Elkhill, Connor" userId="88bb6572-2850-4ce5-a5a4-e018c22ac1b8" providerId="ADAL" clId="{8134060B-3F04-42EE-AFD1-D8170C59E1E7}" dt="2024-03-06T21:10:03.544" v="1776" actId="14826"/>
          <ac:grpSpMkLst>
            <pc:docMk/>
            <pc:sldMk cId="1173024833" sldId="261"/>
            <ac:grpSpMk id="7" creationId="{884F8986-6E24-B417-8925-CCCAB8CCA5EF}"/>
          </ac:grpSpMkLst>
        </pc:grpChg>
        <pc:picChg chg="mod">
          <ac:chgData name="Elkhill, Connor" userId="88bb6572-2850-4ce5-a5a4-e018c22ac1b8" providerId="ADAL" clId="{8134060B-3F04-42EE-AFD1-D8170C59E1E7}" dt="2024-02-29T21:16:38.336" v="98" actId="14826"/>
          <ac:picMkLst>
            <pc:docMk/>
            <pc:sldMk cId="1173024833" sldId="261"/>
            <ac:picMk id="5" creationId="{EF7D219E-E089-46D8-6BC3-39ECF7DD423B}"/>
          </ac:picMkLst>
        </pc:picChg>
        <pc:picChg chg="mod">
          <ac:chgData name="Elkhill, Connor" userId="88bb6572-2850-4ce5-a5a4-e018c22ac1b8" providerId="ADAL" clId="{8134060B-3F04-42EE-AFD1-D8170C59E1E7}" dt="2024-03-06T21:10:03.544" v="1776" actId="14826"/>
          <ac:picMkLst>
            <pc:docMk/>
            <pc:sldMk cId="1173024833" sldId="261"/>
            <ac:picMk id="8" creationId="{7D9D1C27-04CF-79AC-8E43-673A34ACF601}"/>
          </ac:picMkLst>
        </pc:picChg>
        <pc:picChg chg="mod">
          <ac:chgData name="Elkhill, Connor" userId="88bb6572-2850-4ce5-a5a4-e018c22ac1b8" providerId="ADAL" clId="{8134060B-3F04-42EE-AFD1-D8170C59E1E7}" dt="2024-03-06T21:10:03.544" v="1776" actId="14826"/>
          <ac:picMkLst>
            <pc:docMk/>
            <pc:sldMk cId="1173024833" sldId="261"/>
            <ac:picMk id="10" creationId="{C7A73CDC-99F0-A278-F493-1BC812C519B6}"/>
          </ac:picMkLst>
        </pc:picChg>
      </pc:sldChg>
      <pc:sldChg chg="del">
        <pc:chgData name="Elkhill, Connor" userId="88bb6572-2850-4ce5-a5a4-e018c22ac1b8" providerId="ADAL" clId="{8134060B-3F04-42EE-AFD1-D8170C59E1E7}" dt="2024-02-29T21:19:41.629" v="421" actId="47"/>
        <pc:sldMkLst>
          <pc:docMk/>
          <pc:sldMk cId="1938031498" sldId="262"/>
        </pc:sldMkLst>
      </pc:sldChg>
      <pc:sldChg chg="addSp modSp mod">
        <pc:chgData name="Elkhill, Connor" userId="88bb6572-2850-4ce5-a5a4-e018c22ac1b8" providerId="ADAL" clId="{8134060B-3F04-42EE-AFD1-D8170C59E1E7}" dt="2024-03-06T21:12:29.303" v="2233" actId="20577"/>
        <pc:sldMkLst>
          <pc:docMk/>
          <pc:sldMk cId="1743519460" sldId="263"/>
        </pc:sldMkLst>
        <pc:spChg chg="mod">
          <ac:chgData name="Elkhill, Connor" userId="88bb6572-2850-4ce5-a5a4-e018c22ac1b8" providerId="ADAL" clId="{8134060B-3F04-42EE-AFD1-D8170C59E1E7}" dt="2024-03-06T21:12:29.303" v="2233" actId="20577"/>
          <ac:spMkLst>
            <pc:docMk/>
            <pc:sldMk cId="1743519460" sldId="263"/>
            <ac:spMk id="3" creationId="{CE12D438-42F6-9C09-E62B-C6D09DC5ED40}"/>
          </ac:spMkLst>
        </pc:spChg>
        <pc:spChg chg="mod">
          <ac:chgData name="Elkhill, Connor" userId="88bb6572-2850-4ce5-a5a4-e018c22ac1b8" providerId="ADAL" clId="{8134060B-3F04-42EE-AFD1-D8170C59E1E7}" dt="2024-03-06T21:11:34.305" v="2052" actId="14826"/>
          <ac:spMkLst>
            <pc:docMk/>
            <pc:sldMk cId="1743519460" sldId="263"/>
            <ac:spMk id="6" creationId="{8AB7F301-8791-6499-25BD-31B2439CFAEE}"/>
          </ac:spMkLst>
        </pc:spChg>
        <pc:grpChg chg="add mod">
          <ac:chgData name="Elkhill, Connor" userId="88bb6572-2850-4ce5-a5a4-e018c22ac1b8" providerId="ADAL" clId="{8134060B-3F04-42EE-AFD1-D8170C59E1E7}" dt="2024-03-06T21:11:34.305" v="2052" actId="14826"/>
          <ac:grpSpMkLst>
            <pc:docMk/>
            <pc:sldMk cId="1743519460" sldId="263"/>
            <ac:grpSpMk id="4" creationId="{DA521CD1-4B33-6F0B-402C-83699F8CF83F}"/>
          </ac:grpSpMkLst>
        </pc:grpChg>
        <pc:picChg chg="mod">
          <ac:chgData name="Elkhill, Connor" userId="88bb6572-2850-4ce5-a5a4-e018c22ac1b8" providerId="ADAL" clId="{8134060B-3F04-42EE-AFD1-D8170C59E1E7}" dt="2024-03-06T21:11:34.305" v="2052" actId="14826"/>
          <ac:picMkLst>
            <pc:docMk/>
            <pc:sldMk cId="1743519460" sldId="263"/>
            <ac:picMk id="5" creationId="{CC78CFB9-EEA4-88C7-25D2-9610472B4928}"/>
          </ac:picMkLst>
        </pc:picChg>
      </pc:sldChg>
      <pc:sldChg chg="modSp mod">
        <pc:chgData name="Elkhill, Connor" userId="88bb6572-2850-4ce5-a5a4-e018c22ac1b8" providerId="ADAL" clId="{8134060B-3F04-42EE-AFD1-D8170C59E1E7}" dt="2024-02-29T21:17:09.561" v="148" actId="20577"/>
        <pc:sldMkLst>
          <pc:docMk/>
          <pc:sldMk cId="3789189532" sldId="264"/>
        </pc:sldMkLst>
        <pc:spChg chg="mod">
          <ac:chgData name="Elkhill, Connor" userId="88bb6572-2850-4ce5-a5a4-e018c22ac1b8" providerId="ADAL" clId="{8134060B-3F04-42EE-AFD1-D8170C59E1E7}" dt="2024-02-29T21:17:09.561" v="148" actId="20577"/>
          <ac:spMkLst>
            <pc:docMk/>
            <pc:sldMk cId="3789189532" sldId="264"/>
            <ac:spMk id="2" creationId="{070CC3BB-A214-9ACE-5CE4-614DBD4079D6}"/>
          </ac:spMkLst>
        </pc:spChg>
      </pc:sldChg>
      <pc:sldChg chg="modSp mod">
        <pc:chgData name="Elkhill, Connor" userId="88bb6572-2850-4ce5-a5a4-e018c22ac1b8" providerId="ADAL" clId="{8134060B-3F04-42EE-AFD1-D8170C59E1E7}" dt="2024-02-29T21:14:55.011" v="82" actId="20577"/>
        <pc:sldMkLst>
          <pc:docMk/>
          <pc:sldMk cId="24884836" sldId="265"/>
        </pc:sldMkLst>
        <pc:spChg chg="mod">
          <ac:chgData name="Elkhill, Connor" userId="88bb6572-2850-4ce5-a5a4-e018c22ac1b8" providerId="ADAL" clId="{8134060B-3F04-42EE-AFD1-D8170C59E1E7}" dt="2024-02-29T21:14:55.011" v="82" actId="20577"/>
          <ac:spMkLst>
            <pc:docMk/>
            <pc:sldMk cId="24884836" sldId="265"/>
            <ac:spMk id="4" creationId="{526C497D-1DAE-C0AD-AC61-7039BC93ADAD}"/>
          </ac:spMkLst>
        </pc:spChg>
        <pc:spChg chg="mod">
          <ac:chgData name="Elkhill, Connor" userId="88bb6572-2850-4ce5-a5a4-e018c22ac1b8" providerId="ADAL" clId="{8134060B-3F04-42EE-AFD1-D8170C59E1E7}" dt="2024-02-29T21:06:42.769" v="25" actId="20577"/>
          <ac:spMkLst>
            <pc:docMk/>
            <pc:sldMk cId="24884836" sldId="265"/>
            <ac:spMk id="7" creationId="{E1822960-801F-3FCC-3EE0-C677B44C7FB1}"/>
          </ac:spMkLst>
        </pc:spChg>
      </pc:sldChg>
      <pc:sldChg chg="addSp delSp modSp new mod ord">
        <pc:chgData name="Elkhill, Connor" userId="88bb6572-2850-4ce5-a5a4-e018c22ac1b8" providerId="ADAL" clId="{8134060B-3F04-42EE-AFD1-D8170C59E1E7}" dt="2024-03-06T22:07:31.940" v="2947" actId="6549"/>
        <pc:sldMkLst>
          <pc:docMk/>
          <pc:sldMk cId="4238071063" sldId="266"/>
        </pc:sldMkLst>
        <pc:spChg chg="mod">
          <ac:chgData name="Elkhill, Connor" userId="88bb6572-2850-4ce5-a5a4-e018c22ac1b8" providerId="ADAL" clId="{8134060B-3F04-42EE-AFD1-D8170C59E1E7}" dt="2024-02-29T21:17:06.648" v="147" actId="20577"/>
          <ac:spMkLst>
            <pc:docMk/>
            <pc:sldMk cId="4238071063" sldId="266"/>
            <ac:spMk id="2" creationId="{81211391-B4C8-6C11-3EB0-2528C2FE4689}"/>
          </ac:spMkLst>
        </pc:spChg>
        <pc:spChg chg="add">
          <ac:chgData name="Elkhill, Connor" userId="88bb6572-2850-4ce5-a5a4-e018c22ac1b8" providerId="ADAL" clId="{8134060B-3F04-42EE-AFD1-D8170C59E1E7}" dt="2024-03-06T21:43:29.555" v="2872"/>
          <ac:spMkLst>
            <pc:docMk/>
            <pc:sldMk cId="4238071063" sldId="266"/>
            <ac:spMk id="3" creationId="{0150EE4C-52B7-EA3B-D201-798597BA9AA1}"/>
          </ac:spMkLst>
        </pc:spChg>
        <pc:spChg chg="del">
          <ac:chgData name="Elkhill, Connor" userId="88bb6572-2850-4ce5-a5a4-e018c22ac1b8" providerId="ADAL" clId="{8134060B-3F04-42EE-AFD1-D8170C59E1E7}" dt="2024-02-29T21:17:12.771" v="149" actId="478"/>
          <ac:spMkLst>
            <pc:docMk/>
            <pc:sldMk cId="4238071063" sldId="266"/>
            <ac:spMk id="3" creationId="{BB232FFE-AB89-A8BD-9CAD-F465B6FA8710}"/>
          </ac:spMkLst>
        </pc:spChg>
        <pc:spChg chg="add del mod">
          <ac:chgData name="Elkhill, Connor" userId="88bb6572-2850-4ce5-a5a4-e018c22ac1b8" providerId="ADAL" clId="{8134060B-3F04-42EE-AFD1-D8170C59E1E7}" dt="2024-03-06T21:12:38.466" v="2234" actId="478"/>
          <ac:spMkLst>
            <pc:docMk/>
            <pc:sldMk cId="4238071063" sldId="266"/>
            <ac:spMk id="6" creationId="{6813E77A-8437-D9B2-F44D-4CED8A598850}"/>
          </ac:spMkLst>
        </pc:spChg>
        <pc:spChg chg="add mod">
          <ac:chgData name="Elkhill, Connor" userId="88bb6572-2850-4ce5-a5a4-e018c22ac1b8" providerId="ADAL" clId="{8134060B-3F04-42EE-AFD1-D8170C59E1E7}" dt="2024-03-06T21:44:55.794" v="2935" actId="1076"/>
          <ac:spMkLst>
            <pc:docMk/>
            <pc:sldMk cId="4238071063" sldId="266"/>
            <ac:spMk id="7" creationId="{0C573ACA-BAC4-738B-1EAA-9CBEDF727E0E}"/>
          </ac:spMkLst>
        </pc:spChg>
        <pc:spChg chg="add">
          <ac:chgData name="Elkhill, Connor" userId="88bb6572-2850-4ce5-a5a4-e018c22ac1b8" providerId="ADAL" clId="{8134060B-3F04-42EE-AFD1-D8170C59E1E7}" dt="2024-03-06T21:13:17.760" v="2243"/>
          <ac:spMkLst>
            <pc:docMk/>
            <pc:sldMk cId="4238071063" sldId="266"/>
            <ac:spMk id="7" creationId="{67BC9585-E2F3-514C-5C49-E2BB40303523}"/>
          </ac:spMkLst>
        </pc:spChg>
        <pc:spChg chg="add mod">
          <ac:chgData name="Elkhill, Connor" userId="88bb6572-2850-4ce5-a5a4-e018c22ac1b8" providerId="ADAL" clId="{8134060B-3F04-42EE-AFD1-D8170C59E1E7}" dt="2024-03-06T22:07:17.010" v="2945" actId="1076"/>
          <ac:spMkLst>
            <pc:docMk/>
            <pc:sldMk cId="4238071063" sldId="266"/>
            <ac:spMk id="11" creationId="{9A785DFD-B365-7A98-CE6B-3C5463DF63AB}"/>
          </ac:spMkLst>
        </pc:spChg>
        <pc:spChg chg="add mod">
          <ac:chgData name="Elkhill, Connor" userId="88bb6572-2850-4ce5-a5a4-e018c22ac1b8" providerId="ADAL" clId="{8134060B-3F04-42EE-AFD1-D8170C59E1E7}" dt="2024-03-06T22:07:31.940" v="2947" actId="6549"/>
          <ac:spMkLst>
            <pc:docMk/>
            <pc:sldMk cId="4238071063" sldId="266"/>
            <ac:spMk id="14" creationId="{CCD21DF2-6384-3850-B603-127B302C137C}"/>
          </ac:spMkLst>
        </pc:spChg>
        <pc:picChg chg="add del mod">
          <ac:chgData name="Elkhill, Connor" userId="88bb6572-2850-4ce5-a5a4-e018c22ac1b8" providerId="ADAL" clId="{8134060B-3F04-42EE-AFD1-D8170C59E1E7}" dt="2024-03-06T21:13:14.692" v="2242" actId="478"/>
          <ac:picMkLst>
            <pc:docMk/>
            <pc:sldMk cId="4238071063" sldId="266"/>
            <ac:picMk id="4" creationId="{573FE9EF-C327-3121-0A23-11D98FCB3F01}"/>
          </ac:picMkLst>
        </pc:picChg>
        <pc:picChg chg="add mod">
          <ac:chgData name="Elkhill, Connor" userId="88bb6572-2850-4ce5-a5a4-e018c22ac1b8" providerId="ADAL" clId="{8134060B-3F04-42EE-AFD1-D8170C59E1E7}" dt="2024-03-06T22:06:47.416" v="2940" actId="14826"/>
          <ac:picMkLst>
            <pc:docMk/>
            <pc:sldMk cId="4238071063" sldId="266"/>
            <ac:picMk id="5" creationId="{7EA6E08A-D3B7-0565-B4FC-292626DD826D}"/>
          </ac:picMkLst>
        </pc:picChg>
        <pc:picChg chg="add mod">
          <ac:chgData name="Elkhill, Connor" userId="88bb6572-2850-4ce5-a5a4-e018c22ac1b8" providerId="ADAL" clId="{8134060B-3F04-42EE-AFD1-D8170C59E1E7}" dt="2024-03-06T21:43:44.905" v="2880" actId="1076"/>
          <ac:picMkLst>
            <pc:docMk/>
            <pc:sldMk cId="4238071063" sldId="266"/>
            <ac:picMk id="6" creationId="{F0A42389-0FB4-9CBD-04E6-747C92E7AF6B}"/>
          </ac:picMkLst>
        </pc:picChg>
        <pc:picChg chg="add del mod">
          <ac:chgData name="Elkhill, Connor" userId="88bb6572-2850-4ce5-a5a4-e018c22ac1b8" providerId="ADAL" clId="{8134060B-3F04-42EE-AFD1-D8170C59E1E7}" dt="2024-03-06T21:43:29.203" v="2871" actId="478"/>
          <ac:picMkLst>
            <pc:docMk/>
            <pc:sldMk cId="4238071063" sldId="266"/>
            <ac:picMk id="10" creationId="{D29D34AD-3024-35FD-80B7-0EB57E929DC3}"/>
          </ac:picMkLst>
        </pc:picChg>
        <pc:cxnChg chg="add del mod">
          <ac:chgData name="Elkhill, Connor" userId="88bb6572-2850-4ce5-a5a4-e018c22ac1b8" providerId="ADAL" clId="{8134060B-3F04-42EE-AFD1-D8170C59E1E7}" dt="2024-03-06T21:12:38.466" v="2234" actId="478"/>
          <ac:cxnSpMkLst>
            <pc:docMk/>
            <pc:sldMk cId="4238071063" sldId="266"/>
            <ac:cxnSpMk id="8" creationId="{067BC9E5-6351-F5C0-72D6-92FF80F6855E}"/>
          </ac:cxnSpMkLst>
        </pc:cxnChg>
        <pc:cxnChg chg="add mod">
          <ac:chgData name="Elkhill, Connor" userId="88bb6572-2850-4ce5-a5a4-e018c22ac1b8" providerId="ADAL" clId="{8134060B-3F04-42EE-AFD1-D8170C59E1E7}" dt="2024-03-06T21:45:10.016" v="2939" actId="1076"/>
          <ac:cxnSpMkLst>
            <pc:docMk/>
            <pc:sldMk cId="4238071063" sldId="266"/>
            <ac:cxnSpMk id="9" creationId="{F2BF5C7E-F377-C031-770E-4ACE66970968}"/>
          </ac:cxnSpMkLst>
        </pc:cxnChg>
        <pc:cxnChg chg="add del mod">
          <ac:chgData name="Elkhill, Connor" userId="88bb6572-2850-4ce5-a5a4-e018c22ac1b8" providerId="ADAL" clId="{8134060B-3F04-42EE-AFD1-D8170C59E1E7}" dt="2024-03-06T21:43:38.760" v="2876" actId="478"/>
          <ac:cxnSpMkLst>
            <pc:docMk/>
            <pc:sldMk cId="4238071063" sldId="266"/>
            <ac:cxnSpMk id="13" creationId="{3B787F82-F286-4658-8E53-C823C1696BA3}"/>
          </ac:cxnSpMkLst>
        </pc:cxnChg>
      </pc:sldChg>
    </pc:docChg>
  </pc:docChgLst>
  <pc:docChgLst>
    <pc:chgData name="Elkhill, Connor" userId="88bb6572-2850-4ce5-a5a4-e018c22ac1b8" providerId="ADAL" clId="{01EEFA2D-C65D-4F13-9257-B025EC9C0416}"/>
    <pc:docChg chg="undo custSel addSld delSld modSld sldOrd">
      <pc:chgData name="Elkhill, Connor" userId="88bb6572-2850-4ce5-a5a4-e018c22ac1b8" providerId="ADAL" clId="{01EEFA2D-C65D-4F13-9257-B025EC9C0416}" dt="2024-01-30T19:21:16.369" v="3996" actId="1035"/>
      <pc:docMkLst>
        <pc:docMk/>
      </pc:docMkLst>
      <pc:sldChg chg="modSp mod">
        <pc:chgData name="Elkhill, Connor" userId="88bb6572-2850-4ce5-a5a4-e018c22ac1b8" providerId="ADAL" clId="{01EEFA2D-C65D-4F13-9257-B025EC9C0416}" dt="2024-01-19T22:02:46.759" v="2863" actId="20577"/>
        <pc:sldMkLst>
          <pc:docMk/>
          <pc:sldMk cId="518476671" sldId="256"/>
        </pc:sldMkLst>
        <pc:spChg chg="mod">
          <ac:chgData name="Elkhill, Connor" userId="88bb6572-2850-4ce5-a5a4-e018c22ac1b8" providerId="ADAL" clId="{01EEFA2D-C65D-4F13-9257-B025EC9C0416}" dt="2024-01-19T22:02:46.759" v="2863" actId="20577"/>
          <ac:spMkLst>
            <pc:docMk/>
            <pc:sldMk cId="518476671" sldId="256"/>
            <ac:spMk id="2" creationId="{5721459F-9028-D57C-B13F-6EB05A4A88A0}"/>
          </ac:spMkLst>
        </pc:spChg>
        <pc:spChg chg="mod">
          <ac:chgData name="Elkhill, Connor" userId="88bb6572-2850-4ce5-a5a4-e018c22ac1b8" providerId="ADAL" clId="{01EEFA2D-C65D-4F13-9257-B025EC9C0416}" dt="2024-01-17T04:44:11.208" v="1874"/>
          <ac:spMkLst>
            <pc:docMk/>
            <pc:sldMk cId="518476671" sldId="256"/>
            <ac:spMk id="3" creationId="{C5EF77CC-A6F4-98E0-7D7B-57921D0E7C07}"/>
          </ac:spMkLst>
        </pc:spChg>
      </pc:sldChg>
      <pc:sldChg chg="addSp delSp modSp new mod ord">
        <pc:chgData name="Elkhill, Connor" userId="88bb6572-2850-4ce5-a5a4-e018c22ac1b8" providerId="ADAL" clId="{01EEFA2D-C65D-4F13-9257-B025EC9C0416}" dt="2024-01-19T22:05:09.398" v="3045" actId="20577"/>
        <pc:sldMkLst>
          <pc:docMk/>
          <pc:sldMk cId="3325844513" sldId="257"/>
        </pc:sldMkLst>
        <pc:spChg chg="mod">
          <ac:chgData name="Elkhill, Connor" userId="88bb6572-2850-4ce5-a5a4-e018c22ac1b8" providerId="ADAL" clId="{01EEFA2D-C65D-4F13-9257-B025EC9C0416}" dt="2024-01-19T22:00:10.575" v="2722" actId="20577"/>
          <ac:spMkLst>
            <pc:docMk/>
            <pc:sldMk cId="3325844513" sldId="257"/>
            <ac:spMk id="2" creationId="{6DDBD427-FAD8-2AFA-04C8-8A66E626CE86}"/>
          </ac:spMkLst>
        </pc:spChg>
        <pc:spChg chg="del">
          <ac:chgData name="Elkhill, Connor" userId="88bb6572-2850-4ce5-a5a4-e018c22ac1b8" providerId="ADAL" clId="{01EEFA2D-C65D-4F13-9257-B025EC9C0416}" dt="2024-01-17T04:30:53.366" v="1" actId="931"/>
          <ac:spMkLst>
            <pc:docMk/>
            <pc:sldMk cId="3325844513" sldId="257"/>
            <ac:spMk id="3" creationId="{570AFB20-524C-7A3E-CBCC-0E0299C402BB}"/>
          </ac:spMkLst>
        </pc:spChg>
        <pc:spChg chg="add mod">
          <ac:chgData name="Elkhill, Connor" userId="88bb6572-2850-4ce5-a5a4-e018c22ac1b8" providerId="ADAL" clId="{01EEFA2D-C65D-4F13-9257-B025EC9C0416}" dt="2024-01-19T22:05:09.398" v="3045" actId="20577"/>
          <ac:spMkLst>
            <pc:docMk/>
            <pc:sldMk cId="3325844513" sldId="257"/>
            <ac:spMk id="7" creationId="{B5BADADE-F735-5FAA-D633-11E0648D6888}"/>
          </ac:spMkLst>
        </pc:spChg>
        <pc:spChg chg="add del mod">
          <ac:chgData name="Elkhill, Connor" userId="88bb6572-2850-4ce5-a5a4-e018c22ac1b8" providerId="ADAL" clId="{01EEFA2D-C65D-4F13-9257-B025EC9C0416}" dt="2024-01-17T20:14:57.049" v="1897" actId="478"/>
          <ac:spMkLst>
            <pc:docMk/>
            <pc:sldMk cId="3325844513" sldId="257"/>
            <ac:spMk id="8" creationId="{9E716B08-2C56-6773-3DBC-1EF608C0E94C}"/>
          </ac:spMkLst>
        </pc:spChg>
        <pc:spChg chg="add del">
          <ac:chgData name="Elkhill, Connor" userId="88bb6572-2850-4ce5-a5a4-e018c22ac1b8" providerId="ADAL" clId="{01EEFA2D-C65D-4F13-9257-B025EC9C0416}" dt="2024-01-17T20:15:12.316" v="1899"/>
          <ac:spMkLst>
            <pc:docMk/>
            <pc:sldMk cId="3325844513" sldId="257"/>
            <ac:spMk id="9" creationId="{DDB4004F-B922-A493-3FD1-058D27E69041}"/>
          </ac:spMkLst>
        </pc:spChg>
        <pc:picChg chg="add mod">
          <ac:chgData name="Elkhill, Connor" userId="88bb6572-2850-4ce5-a5a4-e018c22ac1b8" providerId="ADAL" clId="{01EEFA2D-C65D-4F13-9257-B025EC9C0416}" dt="2024-01-19T22:04:30.637" v="2985" actId="1076"/>
          <ac:picMkLst>
            <pc:docMk/>
            <pc:sldMk cId="3325844513" sldId="257"/>
            <ac:picMk id="4" creationId="{6D8C766F-EDC8-4031-F331-D0B76307155A}"/>
          </ac:picMkLst>
        </pc:picChg>
        <pc:picChg chg="add del mod">
          <ac:chgData name="Elkhill, Connor" userId="88bb6572-2850-4ce5-a5a4-e018c22ac1b8" providerId="ADAL" clId="{01EEFA2D-C65D-4F13-9257-B025EC9C0416}" dt="2024-01-17T04:30:58.487" v="5" actId="478"/>
          <ac:picMkLst>
            <pc:docMk/>
            <pc:sldMk cId="3325844513" sldId="257"/>
            <ac:picMk id="5" creationId="{B0AFE583-AF4A-5711-1174-BE1BDEAFBDE7}"/>
          </ac:picMkLst>
        </pc:picChg>
        <pc:picChg chg="add mod">
          <ac:chgData name="Elkhill, Connor" userId="88bb6572-2850-4ce5-a5a4-e018c22ac1b8" providerId="ADAL" clId="{01EEFA2D-C65D-4F13-9257-B025EC9C0416}" dt="2024-01-19T22:04:30.637" v="2985" actId="1076"/>
          <ac:picMkLst>
            <pc:docMk/>
            <pc:sldMk cId="3325844513" sldId="257"/>
            <ac:picMk id="10" creationId="{DB99AB13-B754-1555-2B8A-FC4E8AA53D50}"/>
          </ac:picMkLst>
        </pc:picChg>
        <pc:cxnChg chg="add">
          <ac:chgData name="Elkhill, Connor" userId="88bb6572-2850-4ce5-a5a4-e018c22ac1b8" providerId="ADAL" clId="{01EEFA2D-C65D-4F13-9257-B025EC9C0416}" dt="2024-01-19T22:04:47.483" v="3001" actId="11529"/>
          <ac:cxnSpMkLst>
            <pc:docMk/>
            <pc:sldMk cId="3325844513" sldId="257"/>
            <ac:cxnSpMk id="6" creationId="{7DC6637B-D640-E7CD-558F-55BC641013C9}"/>
          </ac:cxnSpMkLst>
        </pc:cxnChg>
        <pc:cxnChg chg="add mod">
          <ac:chgData name="Elkhill, Connor" userId="88bb6572-2850-4ce5-a5a4-e018c22ac1b8" providerId="ADAL" clId="{01EEFA2D-C65D-4F13-9257-B025EC9C0416}" dt="2024-01-19T22:04:52.180" v="3004" actId="14100"/>
          <ac:cxnSpMkLst>
            <pc:docMk/>
            <pc:sldMk cId="3325844513" sldId="257"/>
            <ac:cxnSpMk id="8" creationId="{46A88160-BAD3-D6B0-2F4F-B9C498698106}"/>
          </ac:cxnSpMkLst>
        </pc:cxnChg>
        <pc:cxnChg chg="add mod">
          <ac:chgData name="Elkhill, Connor" userId="88bb6572-2850-4ce5-a5a4-e018c22ac1b8" providerId="ADAL" clId="{01EEFA2D-C65D-4F13-9257-B025EC9C0416}" dt="2024-01-19T22:04:57.789" v="3008" actId="14100"/>
          <ac:cxnSpMkLst>
            <pc:docMk/>
            <pc:sldMk cId="3325844513" sldId="257"/>
            <ac:cxnSpMk id="11" creationId="{A5246478-85B2-010C-8BF5-7C95B0E3A0DB}"/>
          </ac:cxnSpMkLst>
        </pc:cxnChg>
        <pc:cxnChg chg="add mod">
          <ac:chgData name="Elkhill, Connor" userId="88bb6572-2850-4ce5-a5a4-e018c22ac1b8" providerId="ADAL" clId="{01EEFA2D-C65D-4F13-9257-B025EC9C0416}" dt="2024-01-19T22:05:00.398" v="3010" actId="14100"/>
          <ac:cxnSpMkLst>
            <pc:docMk/>
            <pc:sldMk cId="3325844513" sldId="257"/>
            <ac:cxnSpMk id="14" creationId="{82468789-9129-90F5-1EB7-0E9338AE1D67}"/>
          </ac:cxnSpMkLst>
        </pc:cxnChg>
      </pc:sldChg>
      <pc:sldChg chg="addSp delSp modSp new mod">
        <pc:chgData name="Elkhill, Connor" userId="88bb6572-2850-4ce5-a5a4-e018c22ac1b8" providerId="ADAL" clId="{01EEFA2D-C65D-4F13-9257-B025EC9C0416}" dt="2024-01-24T23:08:28.126" v="3968" actId="14826"/>
        <pc:sldMkLst>
          <pc:docMk/>
          <pc:sldMk cId="221077524" sldId="258"/>
        </pc:sldMkLst>
        <pc:spChg chg="mod">
          <ac:chgData name="Elkhill, Connor" userId="88bb6572-2850-4ce5-a5a4-e018c22ac1b8" providerId="ADAL" clId="{01EEFA2D-C65D-4F13-9257-B025EC9C0416}" dt="2024-01-17T04:44:11.208" v="1874"/>
          <ac:spMkLst>
            <pc:docMk/>
            <pc:sldMk cId="221077524" sldId="258"/>
            <ac:spMk id="2" creationId="{B9EF29C2-A5D9-A80A-17F6-C3427F91F82A}"/>
          </ac:spMkLst>
        </pc:spChg>
        <pc:spChg chg="mod">
          <ac:chgData name="Elkhill, Connor" userId="88bb6572-2850-4ce5-a5a4-e018c22ac1b8" providerId="ADAL" clId="{01EEFA2D-C65D-4F13-9257-B025EC9C0416}" dt="2024-01-24T22:56:14.928" v="3484" actId="20577"/>
          <ac:spMkLst>
            <pc:docMk/>
            <pc:sldMk cId="221077524" sldId="258"/>
            <ac:spMk id="3" creationId="{11C726BD-2E9B-410B-FCFD-B6C878B41E7A}"/>
          </ac:spMkLst>
        </pc:spChg>
        <pc:spChg chg="add mod">
          <ac:chgData name="Elkhill, Connor" userId="88bb6572-2850-4ce5-a5a4-e018c22ac1b8" providerId="ADAL" clId="{01EEFA2D-C65D-4F13-9257-B025EC9C0416}" dt="2024-01-24T23:08:28.126" v="3968" actId="14826"/>
          <ac:spMkLst>
            <pc:docMk/>
            <pc:sldMk cId="221077524" sldId="258"/>
            <ac:spMk id="6" creationId="{832DEF44-6657-74E0-1DC5-EDB5A40A0C84}"/>
          </ac:spMkLst>
        </pc:spChg>
        <pc:grpChg chg="add mod">
          <ac:chgData name="Elkhill, Connor" userId="88bb6572-2850-4ce5-a5a4-e018c22ac1b8" providerId="ADAL" clId="{01EEFA2D-C65D-4F13-9257-B025EC9C0416}" dt="2024-01-24T23:08:28.126" v="3968" actId="14826"/>
          <ac:grpSpMkLst>
            <pc:docMk/>
            <pc:sldMk cId="221077524" sldId="258"/>
            <ac:grpSpMk id="7" creationId="{13756C13-C1AD-3934-3994-37819BD547BC}"/>
          </ac:grpSpMkLst>
        </pc:grpChg>
        <pc:picChg chg="add mod">
          <ac:chgData name="Elkhill, Connor" userId="88bb6572-2850-4ce5-a5a4-e018c22ac1b8" providerId="ADAL" clId="{01EEFA2D-C65D-4F13-9257-B025EC9C0416}" dt="2024-01-24T23:08:28.126" v="3968" actId="14826"/>
          <ac:picMkLst>
            <pc:docMk/>
            <pc:sldMk cId="221077524" sldId="258"/>
            <ac:picMk id="5" creationId="{C0AFE29F-93A6-0E9B-935E-71154076AC59}"/>
          </ac:picMkLst>
        </pc:picChg>
        <pc:picChg chg="add del">
          <ac:chgData name="Elkhill, Connor" userId="88bb6572-2850-4ce5-a5a4-e018c22ac1b8" providerId="ADAL" clId="{01EEFA2D-C65D-4F13-9257-B025EC9C0416}" dt="2024-01-19T22:33:41.090" v="3471" actId="478"/>
          <ac:picMkLst>
            <pc:docMk/>
            <pc:sldMk cId="221077524" sldId="258"/>
            <ac:picMk id="8" creationId="{B14F7701-6734-A440-1D10-59D59EECBE00}"/>
          </ac:picMkLst>
        </pc:picChg>
      </pc:sldChg>
      <pc:sldChg chg="addSp modSp new mod">
        <pc:chgData name="Elkhill, Connor" userId="88bb6572-2850-4ce5-a5a4-e018c22ac1b8" providerId="ADAL" clId="{01EEFA2D-C65D-4F13-9257-B025EC9C0416}" dt="2024-01-24T23:21:41.217" v="3972" actId="14826"/>
        <pc:sldMkLst>
          <pc:docMk/>
          <pc:sldMk cId="2523318621" sldId="259"/>
        </pc:sldMkLst>
        <pc:spChg chg="mod">
          <ac:chgData name="Elkhill, Connor" userId="88bb6572-2850-4ce5-a5a4-e018c22ac1b8" providerId="ADAL" clId="{01EEFA2D-C65D-4F13-9257-B025EC9C0416}" dt="2024-01-17T04:44:11.208" v="1874"/>
          <ac:spMkLst>
            <pc:docMk/>
            <pc:sldMk cId="2523318621" sldId="259"/>
            <ac:spMk id="2" creationId="{B3713E37-63F4-0734-8136-0BA39A58937B}"/>
          </ac:spMkLst>
        </pc:spChg>
        <pc:spChg chg="mod">
          <ac:chgData name="Elkhill, Connor" userId="88bb6572-2850-4ce5-a5a4-e018c22ac1b8" providerId="ADAL" clId="{01EEFA2D-C65D-4F13-9257-B025EC9C0416}" dt="2024-01-24T23:21:32.499" v="3971" actId="14100"/>
          <ac:spMkLst>
            <pc:docMk/>
            <pc:sldMk cId="2523318621" sldId="259"/>
            <ac:spMk id="3" creationId="{4C424276-85FE-24B1-9ABF-A2D514E64DE0}"/>
          </ac:spMkLst>
        </pc:spChg>
        <pc:spChg chg="mod">
          <ac:chgData name="Elkhill, Connor" userId="88bb6572-2850-4ce5-a5a4-e018c22ac1b8" providerId="ADAL" clId="{01EEFA2D-C65D-4F13-9257-B025EC9C0416}" dt="2024-01-24T23:21:41.217" v="3972" actId="14826"/>
          <ac:spMkLst>
            <pc:docMk/>
            <pc:sldMk cId="2523318621" sldId="259"/>
            <ac:spMk id="6" creationId="{BC0147B6-3ECF-AB54-C766-89031C77E537}"/>
          </ac:spMkLst>
        </pc:spChg>
        <pc:grpChg chg="add mod">
          <ac:chgData name="Elkhill, Connor" userId="88bb6572-2850-4ce5-a5a4-e018c22ac1b8" providerId="ADAL" clId="{01EEFA2D-C65D-4F13-9257-B025EC9C0416}" dt="2024-01-24T23:21:41.217" v="3972" actId="14826"/>
          <ac:grpSpMkLst>
            <pc:docMk/>
            <pc:sldMk cId="2523318621" sldId="259"/>
            <ac:grpSpMk id="4" creationId="{35BDC9E9-F024-269C-DC60-9B29AFEC8EC5}"/>
          </ac:grpSpMkLst>
        </pc:grpChg>
        <pc:picChg chg="mod">
          <ac:chgData name="Elkhill, Connor" userId="88bb6572-2850-4ce5-a5a4-e018c22ac1b8" providerId="ADAL" clId="{01EEFA2D-C65D-4F13-9257-B025EC9C0416}" dt="2024-01-24T23:21:41.217" v="3972" actId="14826"/>
          <ac:picMkLst>
            <pc:docMk/>
            <pc:sldMk cId="2523318621" sldId="259"/>
            <ac:picMk id="5" creationId="{BBD8FB19-4963-0AFB-EC3C-7C73A201113A}"/>
          </ac:picMkLst>
        </pc:picChg>
      </pc:sldChg>
      <pc:sldChg chg="addSp modSp add mod">
        <pc:chgData name="Elkhill, Connor" userId="88bb6572-2850-4ce5-a5a4-e018c22ac1b8" providerId="ADAL" clId="{01EEFA2D-C65D-4F13-9257-B025EC9C0416}" dt="2024-01-24T23:23:49.451" v="3992" actId="14100"/>
        <pc:sldMkLst>
          <pc:docMk/>
          <pc:sldMk cId="3950649010" sldId="260"/>
        </pc:sldMkLst>
        <pc:spChg chg="mod">
          <ac:chgData name="Elkhill, Connor" userId="88bb6572-2850-4ce5-a5a4-e018c22ac1b8" providerId="ADAL" clId="{01EEFA2D-C65D-4F13-9257-B025EC9C0416}" dt="2024-01-17T04:44:11.208" v="1874"/>
          <ac:spMkLst>
            <pc:docMk/>
            <pc:sldMk cId="3950649010" sldId="260"/>
            <ac:spMk id="2" creationId="{B3713E37-63F4-0734-8136-0BA39A58937B}"/>
          </ac:spMkLst>
        </pc:spChg>
        <pc:spChg chg="mod">
          <ac:chgData name="Elkhill, Connor" userId="88bb6572-2850-4ce5-a5a4-e018c22ac1b8" providerId="ADAL" clId="{01EEFA2D-C65D-4F13-9257-B025EC9C0416}" dt="2024-01-24T23:23:49.451" v="3992" actId="14100"/>
          <ac:spMkLst>
            <pc:docMk/>
            <pc:sldMk cId="3950649010" sldId="260"/>
            <ac:spMk id="3" creationId="{4C424276-85FE-24B1-9ABF-A2D514E64DE0}"/>
          </ac:spMkLst>
        </pc:spChg>
        <pc:spChg chg="mod">
          <ac:chgData name="Elkhill, Connor" userId="88bb6572-2850-4ce5-a5a4-e018c22ac1b8" providerId="ADAL" clId="{01EEFA2D-C65D-4F13-9257-B025EC9C0416}" dt="2024-01-24T23:23:32.552" v="3991" actId="14826"/>
          <ac:spMkLst>
            <pc:docMk/>
            <pc:sldMk cId="3950649010" sldId="260"/>
            <ac:spMk id="6" creationId="{9BAE9693-1F44-843E-7746-4C4D889ABFAF}"/>
          </ac:spMkLst>
        </pc:spChg>
        <pc:grpChg chg="add mod">
          <ac:chgData name="Elkhill, Connor" userId="88bb6572-2850-4ce5-a5a4-e018c22ac1b8" providerId="ADAL" clId="{01EEFA2D-C65D-4F13-9257-B025EC9C0416}" dt="2024-01-24T23:23:32.552" v="3991" actId="14826"/>
          <ac:grpSpMkLst>
            <pc:docMk/>
            <pc:sldMk cId="3950649010" sldId="260"/>
            <ac:grpSpMk id="4" creationId="{E326B61B-CB4F-FD42-F60F-38F2BC29FC78}"/>
          </ac:grpSpMkLst>
        </pc:grpChg>
        <pc:picChg chg="mod">
          <ac:chgData name="Elkhill, Connor" userId="88bb6572-2850-4ce5-a5a4-e018c22ac1b8" providerId="ADAL" clId="{01EEFA2D-C65D-4F13-9257-B025EC9C0416}" dt="2024-01-24T23:23:32.552" v="3991" actId="14826"/>
          <ac:picMkLst>
            <pc:docMk/>
            <pc:sldMk cId="3950649010" sldId="260"/>
            <ac:picMk id="5" creationId="{EED69F9C-040F-042E-867C-ED302B763DBE}"/>
          </ac:picMkLst>
        </pc:picChg>
        <pc:picChg chg="add mod">
          <ac:chgData name="Elkhill, Connor" userId="88bb6572-2850-4ce5-a5a4-e018c22ac1b8" providerId="ADAL" clId="{01EEFA2D-C65D-4F13-9257-B025EC9C0416}" dt="2024-01-24T23:23:32.552" v="3991" actId="14826"/>
          <ac:picMkLst>
            <pc:docMk/>
            <pc:sldMk cId="3950649010" sldId="260"/>
            <ac:picMk id="7" creationId="{03BBF4AA-15F8-A742-A1C0-884AA9656DE1}"/>
          </ac:picMkLst>
        </pc:picChg>
      </pc:sldChg>
      <pc:sldChg chg="modSp add mod">
        <pc:chgData name="Elkhill, Connor" userId="88bb6572-2850-4ce5-a5a4-e018c22ac1b8" providerId="ADAL" clId="{01EEFA2D-C65D-4F13-9257-B025EC9C0416}" dt="2024-01-17T04:44:26.721" v="1875" actId="20577"/>
        <pc:sldMkLst>
          <pc:docMk/>
          <pc:sldMk cId="1173024833" sldId="261"/>
        </pc:sldMkLst>
        <pc:spChg chg="mod">
          <ac:chgData name="Elkhill, Connor" userId="88bb6572-2850-4ce5-a5a4-e018c22ac1b8" providerId="ADAL" clId="{01EEFA2D-C65D-4F13-9257-B025EC9C0416}" dt="2024-01-17T04:44:11.208" v="1874"/>
          <ac:spMkLst>
            <pc:docMk/>
            <pc:sldMk cId="1173024833" sldId="261"/>
            <ac:spMk id="2" creationId="{B3713E37-63F4-0734-8136-0BA39A58937B}"/>
          </ac:spMkLst>
        </pc:spChg>
        <pc:spChg chg="mod">
          <ac:chgData name="Elkhill, Connor" userId="88bb6572-2850-4ce5-a5a4-e018c22ac1b8" providerId="ADAL" clId="{01EEFA2D-C65D-4F13-9257-B025EC9C0416}" dt="2024-01-17T04:44:26.721" v="1875" actId="20577"/>
          <ac:spMkLst>
            <pc:docMk/>
            <pc:sldMk cId="1173024833" sldId="261"/>
            <ac:spMk id="3" creationId="{4C424276-85FE-24B1-9ABF-A2D514E64DE0}"/>
          </ac:spMkLst>
        </pc:spChg>
      </pc:sldChg>
      <pc:sldChg chg="modSp new mod">
        <pc:chgData name="Elkhill, Connor" userId="88bb6572-2850-4ce5-a5a4-e018c22ac1b8" providerId="ADAL" clId="{01EEFA2D-C65D-4F13-9257-B025EC9C0416}" dt="2024-01-17T04:44:11.208" v="1874"/>
        <pc:sldMkLst>
          <pc:docMk/>
          <pc:sldMk cId="1938031498" sldId="262"/>
        </pc:sldMkLst>
        <pc:spChg chg="mod">
          <ac:chgData name="Elkhill, Connor" userId="88bb6572-2850-4ce5-a5a4-e018c22ac1b8" providerId="ADAL" clId="{01EEFA2D-C65D-4F13-9257-B025EC9C0416}" dt="2024-01-17T04:44:11.208" v="1874"/>
          <ac:spMkLst>
            <pc:docMk/>
            <pc:sldMk cId="1938031498" sldId="262"/>
            <ac:spMk id="2" creationId="{AF5CE876-243D-669A-A108-5826244890AF}"/>
          </ac:spMkLst>
        </pc:spChg>
        <pc:spChg chg="mod">
          <ac:chgData name="Elkhill, Connor" userId="88bb6572-2850-4ce5-a5a4-e018c22ac1b8" providerId="ADAL" clId="{01EEFA2D-C65D-4F13-9257-B025EC9C0416}" dt="2024-01-17T04:44:11.208" v="1874"/>
          <ac:spMkLst>
            <pc:docMk/>
            <pc:sldMk cId="1938031498" sldId="262"/>
            <ac:spMk id="3" creationId="{F8ADF742-8262-7C85-C699-9CD4DA19C138}"/>
          </ac:spMkLst>
        </pc:spChg>
      </pc:sldChg>
      <pc:sldChg chg="modSp new mod">
        <pc:chgData name="Elkhill, Connor" userId="88bb6572-2850-4ce5-a5a4-e018c22ac1b8" providerId="ADAL" clId="{01EEFA2D-C65D-4F13-9257-B025EC9C0416}" dt="2024-01-17T04:44:11.208" v="1874"/>
        <pc:sldMkLst>
          <pc:docMk/>
          <pc:sldMk cId="1743519460" sldId="263"/>
        </pc:sldMkLst>
        <pc:spChg chg="mod">
          <ac:chgData name="Elkhill, Connor" userId="88bb6572-2850-4ce5-a5a4-e018c22ac1b8" providerId="ADAL" clId="{01EEFA2D-C65D-4F13-9257-B025EC9C0416}" dt="2024-01-17T04:44:11.208" v="1874"/>
          <ac:spMkLst>
            <pc:docMk/>
            <pc:sldMk cId="1743519460" sldId="263"/>
            <ac:spMk id="2" creationId="{BF3F5A21-6D4D-A481-632F-580DFB0B3080}"/>
          </ac:spMkLst>
        </pc:spChg>
        <pc:spChg chg="mod">
          <ac:chgData name="Elkhill, Connor" userId="88bb6572-2850-4ce5-a5a4-e018c22ac1b8" providerId="ADAL" clId="{01EEFA2D-C65D-4F13-9257-B025EC9C0416}" dt="2024-01-17T04:44:11.208" v="1874"/>
          <ac:spMkLst>
            <pc:docMk/>
            <pc:sldMk cId="1743519460" sldId="263"/>
            <ac:spMk id="3" creationId="{CE12D438-42F6-9C09-E62B-C6D09DC5ED40}"/>
          </ac:spMkLst>
        </pc:spChg>
      </pc:sldChg>
      <pc:sldChg chg="addSp delSp modSp new mod">
        <pc:chgData name="Elkhill, Connor" userId="88bb6572-2850-4ce5-a5a4-e018c22ac1b8" providerId="ADAL" clId="{01EEFA2D-C65D-4F13-9257-B025EC9C0416}" dt="2024-01-19T17:54:07.357" v="1981" actId="1076"/>
        <pc:sldMkLst>
          <pc:docMk/>
          <pc:sldMk cId="3789189532" sldId="264"/>
        </pc:sldMkLst>
        <pc:spChg chg="mod">
          <ac:chgData name="Elkhill, Connor" userId="88bb6572-2850-4ce5-a5a4-e018c22ac1b8" providerId="ADAL" clId="{01EEFA2D-C65D-4F13-9257-B025EC9C0416}" dt="2024-01-19T17:51:13.845" v="1933" actId="20577"/>
          <ac:spMkLst>
            <pc:docMk/>
            <pc:sldMk cId="3789189532" sldId="264"/>
            <ac:spMk id="2" creationId="{070CC3BB-A214-9ACE-5CE4-614DBD4079D6}"/>
          </ac:spMkLst>
        </pc:spChg>
        <pc:spChg chg="del">
          <ac:chgData name="Elkhill, Connor" userId="88bb6572-2850-4ce5-a5a4-e018c22ac1b8" providerId="ADAL" clId="{01EEFA2D-C65D-4F13-9257-B025EC9C0416}" dt="2024-01-19T17:51:16.508" v="1934" actId="478"/>
          <ac:spMkLst>
            <pc:docMk/>
            <pc:sldMk cId="3789189532" sldId="264"/>
            <ac:spMk id="3" creationId="{53A6F999-9A20-12EA-DBA2-0B5CC13EA77D}"/>
          </ac:spMkLst>
        </pc:spChg>
        <pc:picChg chg="add del mod">
          <ac:chgData name="Elkhill, Connor" userId="88bb6572-2850-4ce5-a5a4-e018c22ac1b8" providerId="ADAL" clId="{01EEFA2D-C65D-4F13-9257-B025EC9C0416}" dt="2024-01-19T17:53:32.814" v="1943" actId="478"/>
          <ac:picMkLst>
            <pc:docMk/>
            <pc:sldMk cId="3789189532" sldId="264"/>
            <ac:picMk id="5" creationId="{626F549B-A6F8-463F-982B-44F9B0CF4731}"/>
          </ac:picMkLst>
        </pc:picChg>
        <pc:picChg chg="add del mod">
          <ac:chgData name="Elkhill, Connor" userId="88bb6572-2850-4ce5-a5a4-e018c22ac1b8" providerId="ADAL" clId="{01EEFA2D-C65D-4F13-9257-B025EC9C0416}" dt="2024-01-19T17:53:32.814" v="1943" actId="478"/>
          <ac:picMkLst>
            <pc:docMk/>
            <pc:sldMk cId="3789189532" sldId="264"/>
            <ac:picMk id="7" creationId="{7CE0C983-7EE2-E3BA-CEE6-A64753F11A74}"/>
          </ac:picMkLst>
        </pc:picChg>
        <pc:picChg chg="add mod">
          <ac:chgData name="Elkhill, Connor" userId="88bb6572-2850-4ce5-a5a4-e018c22ac1b8" providerId="ADAL" clId="{01EEFA2D-C65D-4F13-9257-B025EC9C0416}" dt="2024-01-19T17:54:07.357" v="1981" actId="1076"/>
          <ac:picMkLst>
            <pc:docMk/>
            <pc:sldMk cId="3789189532" sldId="264"/>
            <ac:picMk id="9" creationId="{60E80A1C-8E7D-BEBC-9F1D-6954C75C8442}"/>
          </ac:picMkLst>
        </pc:picChg>
        <pc:picChg chg="add mod">
          <ac:chgData name="Elkhill, Connor" userId="88bb6572-2850-4ce5-a5a4-e018c22ac1b8" providerId="ADAL" clId="{01EEFA2D-C65D-4F13-9257-B025EC9C0416}" dt="2024-01-19T17:54:07.357" v="1981" actId="1076"/>
          <ac:picMkLst>
            <pc:docMk/>
            <pc:sldMk cId="3789189532" sldId="264"/>
            <ac:picMk id="11" creationId="{CD5289FC-988C-40DD-A4B5-1AEBF9FE3489}"/>
          </ac:picMkLst>
        </pc:picChg>
      </pc:sldChg>
      <pc:sldChg chg="addSp delSp modSp new mod">
        <pc:chgData name="Elkhill, Connor" userId="88bb6572-2850-4ce5-a5a4-e018c22ac1b8" providerId="ADAL" clId="{01EEFA2D-C65D-4F13-9257-B025EC9C0416}" dt="2024-01-30T19:21:16.369" v="3996" actId="1035"/>
        <pc:sldMkLst>
          <pc:docMk/>
          <pc:sldMk cId="24884836" sldId="265"/>
        </pc:sldMkLst>
        <pc:spChg chg="mod">
          <ac:chgData name="Elkhill, Connor" userId="88bb6572-2850-4ce5-a5a4-e018c22ac1b8" providerId="ADAL" clId="{01EEFA2D-C65D-4F13-9257-B025EC9C0416}" dt="2024-01-19T21:39:27.733" v="1994" actId="20577"/>
          <ac:spMkLst>
            <pc:docMk/>
            <pc:sldMk cId="24884836" sldId="265"/>
            <ac:spMk id="2" creationId="{755FD201-4D93-645A-B382-392ADB411B2C}"/>
          </ac:spMkLst>
        </pc:spChg>
        <pc:spChg chg="del mod">
          <ac:chgData name="Elkhill, Connor" userId="88bb6572-2850-4ce5-a5a4-e018c22ac1b8" providerId="ADAL" clId="{01EEFA2D-C65D-4F13-9257-B025EC9C0416}" dt="2024-01-19T21:46:20.765" v="2002" actId="478"/>
          <ac:spMkLst>
            <pc:docMk/>
            <pc:sldMk cId="24884836" sldId="265"/>
            <ac:spMk id="3" creationId="{F9D1242B-AC86-6BAD-79B4-452C8E0CE3FA}"/>
          </ac:spMkLst>
        </pc:spChg>
        <pc:spChg chg="add mod">
          <ac:chgData name="Elkhill, Connor" userId="88bb6572-2850-4ce5-a5a4-e018c22ac1b8" providerId="ADAL" clId="{01EEFA2D-C65D-4F13-9257-B025EC9C0416}" dt="2024-01-29T22:19:14.982" v="3994" actId="20577"/>
          <ac:spMkLst>
            <pc:docMk/>
            <pc:sldMk cId="24884836" sldId="265"/>
            <ac:spMk id="4" creationId="{526C497D-1DAE-C0AD-AC61-7039BC93ADAD}"/>
          </ac:spMkLst>
        </pc:spChg>
        <pc:spChg chg="add del mod">
          <ac:chgData name="Elkhill, Connor" userId="88bb6572-2850-4ce5-a5a4-e018c22ac1b8" providerId="ADAL" clId="{01EEFA2D-C65D-4F13-9257-B025EC9C0416}" dt="2024-01-19T21:46:22.676" v="2003" actId="478"/>
          <ac:spMkLst>
            <pc:docMk/>
            <pc:sldMk cId="24884836" sldId="265"/>
            <ac:spMk id="6" creationId="{7107C3F8-6CF6-528C-8E90-624B663CFA0F}"/>
          </ac:spMkLst>
        </pc:spChg>
        <pc:spChg chg="add mod">
          <ac:chgData name="Elkhill, Connor" userId="88bb6572-2850-4ce5-a5a4-e018c22ac1b8" providerId="ADAL" clId="{01EEFA2D-C65D-4F13-9257-B025EC9C0416}" dt="2024-01-30T19:21:16.369" v="3996" actId="1035"/>
          <ac:spMkLst>
            <pc:docMk/>
            <pc:sldMk cId="24884836" sldId="265"/>
            <ac:spMk id="7" creationId="{E1822960-801F-3FCC-3EE0-C677B44C7FB1}"/>
          </ac:spMkLst>
        </pc:spChg>
        <pc:graphicFrameChg chg="add del mod modGraphic">
          <ac:chgData name="Elkhill, Connor" userId="88bb6572-2850-4ce5-a5a4-e018c22ac1b8" providerId="ADAL" clId="{01EEFA2D-C65D-4F13-9257-B025EC9C0416}" dt="2024-01-19T21:46:58.323" v="2010" actId="478"/>
          <ac:graphicFrameMkLst>
            <pc:docMk/>
            <pc:sldMk cId="24884836" sldId="265"/>
            <ac:graphicFrameMk id="4" creationId="{C446DC75-4A33-F32C-FE68-F83BB8B2E83B}"/>
          </ac:graphicFrameMkLst>
        </pc:graphicFrameChg>
      </pc:sldChg>
      <pc:sldChg chg="new del">
        <pc:chgData name="Elkhill, Connor" userId="88bb6572-2850-4ce5-a5a4-e018c22ac1b8" providerId="ADAL" clId="{01EEFA2D-C65D-4F13-9257-B025EC9C0416}" dt="2024-01-19T22:09:08.699" v="3394" actId="47"/>
        <pc:sldMkLst>
          <pc:docMk/>
          <pc:sldMk cId="1357461078" sldId="266"/>
        </pc:sldMkLst>
      </pc:sldChg>
      <pc:sldChg chg="addSp delSp modSp new del mod">
        <pc:chgData name="Elkhill, Connor" userId="88bb6572-2850-4ce5-a5a4-e018c22ac1b8" providerId="ADAL" clId="{01EEFA2D-C65D-4F13-9257-B025EC9C0416}" dt="2024-01-19T22:33:44.166" v="3472" actId="47"/>
        <pc:sldMkLst>
          <pc:docMk/>
          <pc:sldMk cId="1862859680" sldId="266"/>
        </pc:sldMkLst>
        <pc:spChg chg="del">
          <ac:chgData name="Elkhill, Connor" userId="88bb6572-2850-4ce5-a5a4-e018c22ac1b8" providerId="ADAL" clId="{01EEFA2D-C65D-4F13-9257-B025EC9C0416}" dt="2024-01-19T22:27:39.749" v="3466"/>
          <ac:spMkLst>
            <pc:docMk/>
            <pc:sldMk cId="1862859680" sldId="266"/>
            <ac:spMk id="3" creationId="{127222C9-BCFA-D092-657C-1E046886C62C}"/>
          </ac:spMkLst>
        </pc:spChg>
        <pc:spChg chg="add del mod">
          <ac:chgData name="Elkhill, Connor" userId="88bb6572-2850-4ce5-a5a4-e018c22ac1b8" providerId="ADAL" clId="{01EEFA2D-C65D-4F13-9257-B025EC9C0416}" dt="2024-01-19T22:27:49.094" v="3468" actId="478"/>
          <ac:spMkLst>
            <pc:docMk/>
            <pc:sldMk cId="1862859680" sldId="266"/>
            <ac:spMk id="6" creationId="{331D2BB8-B94F-1B2F-9D21-2E1E5FAFA2B9}"/>
          </ac:spMkLst>
        </pc:spChg>
        <pc:spChg chg="mod">
          <ac:chgData name="Elkhill, Connor" userId="88bb6572-2850-4ce5-a5a4-e018c22ac1b8" providerId="ADAL" clId="{01EEFA2D-C65D-4F13-9257-B025EC9C0416}" dt="2024-01-19T22:27:50.031" v="3469"/>
          <ac:spMkLst>
            <pc:docMk/>
            <pc:sldMk cId="1862859680" sldId="266"/>
            <ac:spMk id="9" creationId="{83C87FF7-0435-0C76-1C3C-3866E801B4B5}"/>
          </ac:spMkLst>
        </pc:spChg>
        <pc:grpChg chg="add mod">
          <ac:chgData name="Elkhill, Connor" userId="88bb6572-2850-4ce5-a5a4-e018c22ac1b8" providerId="ADAL" clId="{01EEFA2D-C65D-4F13-9257-B025EC9C0416}" dt="2024-01-19T22:27:51.175" v="3470" actId="1076"/>
          <ac:grpSpMkLst>
            <pc:docMk/>
            <pc:sldMk cId="1862859680" sldId="266"/>
            <ac:grpSpMk id="7" creationId="{1008C171-481F-DE97-D38D-89040C2C77DD}"/>
          </ac:grpSpMkLst>
        </pc:grpChg>
        <pc:picChg chg="add del mod">
          <ac:chgData name="Elkhill, Connor" userId="88bb6572-2850-4ce5-a5a4-e018c22ac1b8" providerId="ADAL" clId="{01EEFA2D-C65D-4F13-9257-B025EC9C0416}" dt="2024-01-19T22:27:46.207" v="3467" actId="478"/>
          <ac:picMkLst>
            <pc:docMk/>
            <pc:sldMk cId="1862859680" sldId="266"/>
            <ac:picMk id="4" creationId="{E854F209-9807-7362-0AF0-8BDDF4422468}"/>
          </ac:picMkLst>
        </pc:picChg>
        <pc:picChg chg="mod">
          <ac:chgData name="Elkhill, Connor" userId="88bb6572-2850-4ce5-a5a4-e018c22ac1b8" providerId="ADAL" clId="{01EEFA2D-C65D-4F13-9257-B025EC9C0416}" dt="2024-01-19T22:27:50.031" v="3469"/>
          <ac:picMkLst>
            <pc:docMk/>
            <pc:sldMk cId="1862859680" sldId="266"/>
            <ac:picMk id="8" creationId="{34235897-7B85-B0DC-3D2B-C91652B1743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D97716-CE92-ACB4-A43F-924F0F7018C7}"/>
              </a:ext>
            </a:extLst>
          </p:cNvPr>
          <p:cNvSpPr/>
          <p:nvPr/>
        </p:nvSpPr>
        <p:spPr>
          <a:xfrm>
            <a:off x="0" y="-4150"/>
            <a:ext cx="12192000" cy="3606188"/>
          </a:xfrm>
          <a:prstGeom prst="rect">
            <a:avLst/>
          </a:prstGeom>
          <a:solidFill>
            <a:srgbClr val="3078BA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2C3DCA10-37DA-4584-A90F-45C061F901C1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DA4A8E36-510F-494D-8E8E-F39F70B39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806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DCA10-37DA-4584-A90F-45C061F901C1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A8E36-510F-494D-8E8E-F39F70B39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227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DCA10-37DA-4584-A90F-45C061F901C1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A8E36-510F-494D-8E8E-F39F70B39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37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DCA10-37DA-4584-A90F-45C061F901C1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A8E36-510F-494D-8E8E-F39F70B39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303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DCA10-37DA-4584-A90F-45C061F901C1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A8E36-510F-494D-8E8E-F39F70B39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0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DCA10-37DA-4584-A90F-45C061F901C1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A8E36-510F-494D-8E8E-F39F70B39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337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DCA10-37DA-4584-A90F-45C061F901C1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A8E36-510F-494D-8E8E-F39F70B39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25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DCA10-37DA-4584-A90F-45C061F901C1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A8E36-510F-494D-8E8E-F39F70B39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663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DCA10-37DA-4584-A90F-45C061F901C1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A8E36-510F-494D-8E8E-F39F70B39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373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DCA10-37DA-4584-A90F-45C061F901C1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A8E36-510F-494D-8E8E-F39F70B39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878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DCA10-37DA-4584-A90F-45C061F901C1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A8E36-510F-494D-8E8E-F39F70B39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950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592CFDE-40F1-467A-A580-8E3F733F417D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rgbClr val="3078BA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0BD9C0-EFB2-4DF7-A17E-148F7D064D51}"/>
              </a:ext>
            </a:extLst>
          </p:cNvPr>
          <p:cNvSpPr/>
          <p:nvPr/>
        </p:nvSpPr>
        <p:spPr>
          <a:xfrm>
            <a:off x="0" y="-4150"/>
            <a:ext cx="12192000" cy="883381"/>
          </a:xfrm>
          <a:prstGeom prst="rect">
            <a:avLst/>
          </a:prstGeom>
          <a:solidFill>
            <a:srgbClr val="3078BA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9285"/>
            <a:ext cx="10515600" cy="8699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993532"/>
            <a:ext cx="10515600" cy="53193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49702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2C3DCA10-37DA-4584-A90F-45C061F901C1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9702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49702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A4A8E36-510F-494D-8E8E-F39F70B39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495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1459F-9028-D57C-B13F-6EB05A4A88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R01 Specific Aim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EF77CC-A6F4-98E0-7D7B-57921D0E7C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2.29.2024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476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FD201-4D93-645A-B382-392ADB411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summary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822960-801F-3FCC-3EE0-C677B44C7FB1}"/>
              </a:ext>
            </a:extLst>
          </p:cNvPr>
          <p:cNvSpPr txBox="1"/>
          <p:nvPr/>
        </p:nvSpPr>
        <p:spPr>
          <a:xfrm>
            <a:off x="688571" y="899662"/>
            <a:ext cx="563325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Quality control summary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Initial images: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Normative CT images: 1495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Craniosynostosis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CT images: 534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3D photos (pre-surgical only): 410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u="sng" dirty="0"/>
              <a:t>Note:</a:t>
            </a:r>
            <a:r>
              <a:rPr lang="en-US" dirty="0"/>
              <a:t> Only one image from each patient with craniosynostosis was selected (either CT or 3D photo)</a:t>
            </a:r>
            <a:endParaRPr lang="en-US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images after quality control: 1786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CT images: 1391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3D photograms: 395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Image quality control protocol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CT images were discarded due to inadequate field of view, artifacts, or poor image quality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3D photos were discarded due to poor image quality or artifacts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Landmarks were manually checked, existing landmarks placed by photographer were used when available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6C497D-1DAE-C0AD-AC61-7039BC93ADAD}"/>
              </a:ext>
            </a:extLst>
          </p:cNvPr>
          <p:cNvSpPr txBox="1"/>
          <p:nvPr/>
        </p:nvSpPr>
        <p:spPr>
          <a:xfrm>
            <a:off x="6602245" y="908627"/>
            <a:ext cx="5214297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/>
              <a:t>Im</a:t>
            </a:r>
            <a:r>
              <a:rPr lang="en-US" b="1" u="sng" dirty="0"/>
              <a:t>age summary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/>
              <a:t>Normative: 1155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 634 male, 521 female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Sagittal suture fusion: 394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285 male, 109 female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Metopic suture fusion: 125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91 male, 34 female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Coronal suture fusion: 58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Right: 39 (16 male, 23 female)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Left: 19 (4 male, 15 female)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Multiple suture fusion (including </a:t>
            </a:r>
            <a:r>
              <a:rPr lang="en-US" dirty="0" err="1"/>
              <a:t>Bicoronal</a:t>
            </a:r>
            <a:r>
              <a:rPr lang="en-US" dirty="0"/>
              <a:t>): 54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26 male, 28 female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/>
              <a:t>Total craniosynostosis: 631</a:t>
            </a:r>
          </a:p>
        </p:txBody>
      </p:sp>
    </p:spTree>
    <p:extLst>
      <p:ext uri="{BB962C8B-B14F-4D97-AF65-F5344CB8AC3E}">
        <p14:creationId xmlns:p14="http://schemas.microsoft.com/office/powerpoint/2010/main" val="24884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BD427-FAD8-2AFA-04C8-8A66E626C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 based map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BADADE-F735-5FAA-D633-11E0648D6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8132"/>
            <a:ext cx="10515600" cy="5319346"/>
          </a:xfrm>
        </p:spPr>
        <p:txBody>
          <a:bodyPr/>
          <a:lstStyle/>
          <a:p>
            <a:r>
              <a:rPr lang="en-US" dirty="0"/>
              <a:t>Bones are labeled according to our template</a:t>
            </a:r>
          </a:p>
          <a:p>
            <a:r>
              <a:rPr lang="en-US" dirty="0"/>
              <a:t>Labeled bones are split into twelve regions</a:t>
            </a:r>
          </a:p>
          <a:p>
            <a:pPr lvl="1"/>
            <a:r>
              <a:rPr lang="en-US" dirty="0"/>
              <a:t>identified based on the closest suture</a:t>
            </a:r>
          </a:p>
          <a:p>
            <a:r>
              <a:rPr lang="en-US" dirty="0"/>
              <a:t>Regions containing the temporal bones (blue arrows) are not considered in analysis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99AB13-B754-1555-2B8A-FC4E8AA53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475" y="3005071"/>
            <a:ext cx="3352800" cy="28289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8C766F-EDC8-4031-F331-D0B7630715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020" b="92843" l="9920" r="89902">
                        <a14:foregroundMark x1="29669" y1="10490" x2="46649" y2="5588"/>
                        <a14:foregroundMark x1="46649" y1="5588" x2="62109" y2="9020"/>
                        <a14:foregroundMark x1="62109" y1="9020" x2="63718" y2="10098"/>
                        <a14:foregroundMark x1="33244" y1="89412" x2="49062" y2="92843"/>
                        <a14:foregroundMark x1="49062" y1="92843" x2="61483" y2="8921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55743" y="3187700"/>
            <a:ext cx="2903142" cy="264629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DC6637B-D640-E7CD-558F-55BC641013C9}"/>
              </a:ext>
            </a:extLst>
          </p:cNvPr>
          <p:cNvCxnSpPr/>
          <p:nvPr/>
        </p:nvCxnSpPr>
        <p:spPr>
          <a:xfrm>
            <a:off x="2476500" y="4337050"/>
            <a:ext cx="7048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6A88160-BAD3-D6B0-2F4F-B9C498698106}"/>
              </a:ext>
            </a:extLst>
          </p:cNvPr>
          <p:cNvCxnSpPr>
            <a:cxnSpLocks/>
          </p:cNvCxnSpPr>
          <p:nvPr/>
        </p:nvCxnSpPr>
        <p:spPr>
          <a:xfrm flipV="1">
            <a:off x="2895600" y="5149850"/>
            <a:ext cx="457200" cy="279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5246478-85B2-010C-8BF5-7C95B0E3A0DB}"/>
              </a:ext>
            </a:extLst>
          </p:cNvPr>
          <p:cNvCxnSpPr>
            <a:cxnSpLocks/>
          </p:cNvCxnSpPr>
          <p:nvPr/>
        </p:nvCxnSpPr>
        <p:spPr>
          <a:xfrm flipH="1" flipV="1">
            <a:off x="5232400" y="5092700"/>
            <a:ext cx="450850" cy="254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2468789-9129-90F5-1EB7-0E9338AE1D67}"/>
              </a:ext>
            </a:extLst>
          </p:cNvPr>
          <p:cNvCxnSpPr>
            <a:cxnSpLocks/>
            <a:stCxn id="4" idx="3"/>
          </p:cNvCxnSpPr>
          <p:nvPr/>
        </p:nvCxnSpPr>
        <p:spPr>
          <a:xfrm flipH="1" flipV="1">
            <a:off x="5445771" y="4478404"/>
            <a:ext cx="413114" cy="32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5844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F29C2-A5D9-A80A-17F6-C3427F91F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Sagittal suture fusion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726BD-2E9B-410B-FCFD-B6C878B41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3532"/>
            <a:ext cx="6489700" cy="5319346"/>
          </a:xfrm>
        </p:spPr>
        <p:txBody>
          <a:bodyPr/>
          <a:lstStyle/>
          <a:p>
            <a:r>
              <a:rPr lang="en-US" dirty="0"/>
              <a:t>What patterns would we expect:	</a:t>
            </a:r>
          </a:p>
          <a:p>
            <a:pPr lvl="1"/>
            <a:r>
              <a:rPr lang="en-US" dirty="0"/>
              <a:t>Regions 1-4 and 8,9 have increased volume</a:t>
            </a:r>
          </a:p>
          <a:p>
            <a:pPr lvl="1"/>
            <a:r>
              <a:rPr lang="en-US" dirty="0"/>
              <a:t>Regions 5-7, 10-12 have decreased volume</a:t>
            </a:r>
          </a:p>
          <a:p>
            <a:r>
              <a:rPr lang="en-US" dirty="0"/>
              <a:t>N=394</a:t>
            </a:r>
          </a:p>
          <a:p>
            <a:r>
              <a:rPr lang="en-US" dirty="0"/>
              <a:t>Observations:</a:t>
            </a:r>
          </a:p>
          <a:p>
            <a:pPr lvl="1"/>
            <a:r>
              <a:rPr lang="en-US" dirty="0"/>
              <a:t>Patients head shapes are highly symmetric</a:t>
            </a:r>
          </a:p>
          <a:p>
            <a:pPr lvl="1"/>
            <a:r>
              <a:rPr lang="en-US" dirty="0"/>
              <a:t>Characterized by volume loss in parietal bones on both sides</a:t>
            </a:r>
          </a:p>
          <a:p>
            <a:pPr lvl="1"/>
            <a:r>
              <a:rPr lang="en-US" dirty="0"/>
              <a:t>Significant volume overgrowth is observed in the front of the cranium</a:t>
            </a:r>
          </a:p>
          <a:p>
            <a:pPr lvl="1"/>
            <a:r>
              <a:rPr lang="en-US" dirty="0"/>
              <a:t>Lower, but present volume overgrowth is found in the rear of the cranium</a:t>
            </a:r>
          </a:p>
          <a:p>
            <a:pPr lvl="1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756C13-C1AD-3934-3994-37819BD547BC}"/>
              </a:ext>
            </a:extLst>
          </p:cNvPr>
          <p:cNvGrpSpPr/>
          <p:nvPr/>
        </p:nvGrpSpPr>
        <p:grpSpPr>
          <a:xfrm>
            <a:off x="7555730" y="1518301"/>
            <a:ext cx="4542052" cy="3821398"/>
            <a:chOff x="7181080" y="1518301"/>
            <a:chExt cx="4542052" cy="382139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0AFE29F-93A6-0E9B-935E-71154076AC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181080" y="1518301"/>
              <a:ext cx="4172719" cy="3821398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32DEF44-6657-74E0-1DC5-EDB5A40A0C84}"/>
                </a:ext>
              </a:extLst>
            </p:cNvPr>
            <p:cNvSpPr txBox="1"/>
            <p:nvPr/>
          </p:nvSpPr>
          <p:spPr>
            <a:xfrm rot="5400000">
              <a:off x="9936722" y="3325342"/>
              <a:ext cx="3203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Mean volume difference (mL)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077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13E37-63F4-0734-8136-0BA39A58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Metopic suture fusion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24276-85FE-24B1-9ABF-A2D514E64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3532"/>
            <a:ext cx="6597535" cy="5319346"/>
          </a:xfrm>
        </p:spPr>
        <p:txBody>
          <a:bodyPr>
            <a:normAutofit/>
          </a:bodyPr>
          <a:lstStyle/>
          <a:p>
            <a:r>
              <a:rPr lang="en-US" dirty="0"/>
              <a:t>What patterns do we expect:	</a:t>
            </a:r>
          </a:p>
          <a:p>
            <a:pPr lvl="1"/>
            <a:r>
              <a:rPr lang="en-US" dirty="0"/>
              <a:t>Lack of volume in the frontal bones, particularly regions 1 and 4</a:t>
            </a:r>
          </a:p>
          <a:p>
            <a:pPr lvl="1"/>
            <a:r>
              <a:rPr lang="en-US" dirty="0"/>
              <a:t>Increased growth in the back of the cranium, compensates for lack of frontal growth</a:t>
            </a:r>
          </a:p>
          <a:p>
            <a:r>
              <a:rPr lang="en-US" dirty="0"/>
              <a:t>N=125</a:t>
            </a:r>
          </a:p>
          <a:p>
            <a:r>
              <a:rPr lang="en-US" dirty="0"/>
              <a:t>Observations</a:t>
            </a:r>
          </a:p>
          <a:p>
            <a:pPr lvl="1"/>
            <a:r>
              <a:rPr lang="en-US" dirty="0"/>
              <a:t>Increased growth in occipital, parietal regions</a:t>
            </a:r>
          </a:p>
          <a:p>
            <a:pPr lvl="1"/>
            <a:r>
              <a:rPr lang="en-US" dirty="0"/>
              <a:t>Moderate malformations</a:t>
            </a:r>
          </a:p>
          <a:p>
            <a:pPr lvl="2"/>
            <a:r>
              <a:rPr lang="en-US" dirty="0"/>
              <a:t>Less “severe” head shapes as compared to other phenotypes</a:t>
            </a:r>
          </a:p>
          <a:p>
            <a:pPr marL="914400" lvl="2" indent="0">
              <a:buNone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5BDC9E9-F024-269C-DC60-9B29AFEC8EC5}"/>
              </a:ext>
            </a:extLst>
          </p:cNvPr>
          <p:cNvGrpSpPr/>
          <p:nvPr/>
        </p:nvGrpSpPr>
        <p:grpSpPr>
          <a:xfrm>
            <a:off x="7805823" y="1608334"/>
            <a:ext cx="4226392" cy="3549724"/>
            <a:chOff x="7263011" y="1555984"/>
            <a:chExt cx="4460121" cy="374603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BD8FB19-4963-0AFB-EC3C-7C73A20111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263011" y="1555984"/>
              <a:ext cx="4008857" cy="3746031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C0147B6-3ECF-AB54-C766-89031C77E537}"/>
                </a:ext>
              </a:extLst>
            </p:cNvPr>
            <p:cNvSpPr txBox="1"/>
            <p:nvPr/>
          </p:nvSpPr>
          <p:spPr>
            <a:xfrm rot="5400000">
              <a:off x="9936722" y="3325342"/>
              <a:ext cx="3203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Mean volume difference (mL)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3318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13E37-63F4-0734-8136-0BA39A58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Unicoronal</a:t>
            </a:r>
            <a:r>
              <a:rPr lang="en-US" dirty="0"/>
              <a:t> suture fusion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24276-85FE-24B1-9ABF-A2D514E64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3532"/>
            <a:ext cx="6391656" cy="5319346"/>
          </a:xfrm>
        </p:spPr>
        <p:txBody>
          <a:bodyPr>
            <a:normAutofit/>
          </a:bodyPr>
          <a:lstStyle/>
          <a:p>
            <a:r>
              <a:rPr lang="en-US" dirty="0"/>
              <a:t>What patterns do we expect:	</a:t>
            </a:r>
          </a:p>
          <a:p>
            <a:pPr lvl="1"/>
            <a:r>
              <a:rPr lang="en-US" dirty="0"/>
              <a:t>Left </a:t>
            </a:r>
            <a:r>
              <a:rPr lang="en-US" dirty="0" err="1"/>
              <a:t>unicoronal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Lack of volume on left side (regions 1, 2, 12)</a:t>
            </a:r>
          </a:p>
          <a:p>
            <a:pPr lvl="2"/>
            <a:r>
              <a:rPr lang="en-US" dirty="0"/>
              <a:t>Increased volume on contralateral side</a:t>
            </a:r>
          </a:p>
          <a:p>
            <a:pPr lvl="1"/>
            <a:r>
              <a:rPr lang="en-US" dirty="0"/>
              <a:t>Right </a:t>
            </a:r>
            <a:r>
              <a:rPr lang="en-US" dirty="0" err="1"/>
              <a:t>unicoronal</a:t>
            </a:r>
            <a:endParaRPr lang="en-US" dirty="0"/>
          </a:p>
          <a:p>
            <a:pPr lvl="2"/>
            <a:r>
              <a:rPr lang="en-US" dirty="0"/>
              <a:t>Lack of volume on right side (regions 3,4, 5)</a:t>
            </a:r>
          </a:p>
          <a:p>
            <a:pPr lvl="2"/>
            <a:r>
              <a:rPr lang="en-US" dirty="0"/>
              <a:t>Increased volume on contralateral side</a:t>
            </a:r>
          </a:p>
          <a:p>
            <a:r>
              <a:rPr lang="en-US" dirty="0"/>
              <a:t>N=58 (39 right, 19 left)</a:t>
            </a:r>
          </a:p>
          <a:p>
            <a:r>
              <a:rPr lang="en-US" dirty="0"/>
              <a:t>Significant volume loss on same side as suture fusion</a:t>
            </a:r>
          </a:p>
          <a:p>
            <a:pPr lvl="1"/>
            <a:r>
              <a:rPr lang="en-US" dirty="0"/>
              <a:t>Moderate volume loss at suture fusion area</a:t>
            </a:r>
          </a:p>
          <a:p>
            <a:pPr lvl="1"/>
            <a:r>
              <a:rPr lang="en-US" dirty="0"/>
              <a:t>Volume gain on front contralateral side from suture fusion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326B61B-CB4F-FD42-F60F-38F2BC29FC78}"/>
              </a:ext>
            </a:extLst>
          </p:cNvPr>
          <p:cNvGrpSpPr/>
          <p:nvPr/>
        </p:nvGrpSpPr>
        <p:grpSpPr>
          <a:xfrm>
            <a:off x="8764907" y="994866"/>
            <a:ext cx="3332875" cy="5356847"/>
            <a:chOff x="8390257" y="899548"/>
            <a:chExt cx="3332875" cy="535684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ED69F9C-040F-042E-867C-ED302B763D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90257" y="899548"/>
              <a:ext cx="2837090" cy="2649091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BAE9693-1F44-843E-7746-4C4D889ABFAF}"/>
                </a:ext>
              </a:extLst>
            </p:cNvPr>
            <p:cNvSpPr txBox="1"/>
            <p:nvPr/>
          </p:nvSpPr>
          <p:spPr>
            <a:xfrm rot="5400000">
              <a:off x="9936722" y="3325342"/>
              <a:ext cx="3203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Mean volume difference (mL)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3BBF4AA-15F8-A742-A1C0-884AA9656D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403983" y="3607304"/>
              <a:ext cx="2834954" cy="26490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50649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13E37-63F4-0734-8136-0BA39A58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suture fusion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24276-85FE-24B1-9ABF-A2D514E64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3532"/>
            <a:ext cx="7510670" cy="5319346"/>
          </a:xfrm>
        </p:spPr>
        <p:txBody>
          <a:bodyPr>
            <a:normAutofit/>
          </a:bodyPr>
          <a:lstStyle/>
          <a:p>
            <a:r>
              <a:rPr lang="en-US" dirty="0"/>
              <a:t>N = 54</a:t>
            </a:r>
          </a:p>
          <a:p>
            <a:pPr lvl="1"/>
            <a:r>
              <a:rPr lang="en-US" dirty="0"/>
              <a:t>N=38 </a:t>
            </a:r>
            <a:r>
              <a:rPr lang="en-US" dirty="0" err="1"/>
              <a:t>bicoronal</a:t>
            </a:r>
            <a:endParaRPr lang="en-US" dirty="0"/>
          </a:p>
          <a:p>
            <a:pPr lvl="1"/>
            <a:r>
              <a:rPr lang="en-US" dirty="0"/>
              <a:t>N=16 multiple suture fusion (non-</a:t>
            </a:r>
            <a:r>
              <a:rPr lang="en-US" dirty="0" err="1"/>
              <a:t>bicoronal</a:t>
            </a:r>
            <a:r>
              <a:rPr lang="en-US" dirty="0"/>
              <a:t>)</a:t>
            </a:r>
          </a:p>
          <a:p>
            <a:r>
              <a:rPr lang="en-US" dirty="0" err="1"/>
              <a:t>Bicoronal</a:t>
            </a:r>
            <a:r>
              <a:rPr lang="en-US" dirty="0"/>
              <a:t> phenotypes are similar to observed phenotype for </a:t>
            </a:r>
            <a:r>
              <a:rPr lang="en-US" dirty="0" err="1"/>
              <a:t>unicoronal</a:t>
            </a:r>
            <a:r>
              <a:rPr lang="en-US" dirty="0"/>
              <a:t> patients</a:t>
            </a:r>
          </a:p>
          <a:p>
            <a:pPr lvl="1"/>
            <a:r>
              <a:rPr lang="en-US" dirty="0"/>
              <a:t>Increased volume in anterior, decreased in posterior</a:t>
            </a:r>
          </a:p>
          <a:p>
            <a:r>
              <a:rPr lang="en-US" dirty="0"/>
              <a:t>Some patients with severe phenotypes are present in this group</a:t>
            </a:r>
          </a:p>
          <a:p>
            <a:pPr lvl="1"/>
            <a:r>
              <a:rPr lang="en-US" dirty="0"/>
              <a:t>Specifically severe when sagittal + other sutures are involved</a:t>
            </a:r>
          </a:p>
          <a:p>
            <a:r>
              <a:rPr lang="en-US" dirty="0"/>
              <a:t>1 case of pan-synostosis (X36)</a:t>
            </a:r>
          </a:p>
          <a:p>
            <a:pPr lvl="1"/>
            <a:r>
              <a:rPr lang="en-US" dirty="0"/>
              <a:t>Dramatically decreased cranial size 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84F8986-6E24-B417-8925-CCCAB8CCA5EF}"/>
              </a:ext>
            </a:extLst>
          </p:cNvPr>
          <p:cNvGrpSpPr/>
          <p:nvPr/>
        </p:nvGrpSpPr>
        <p:grpSpPr>
          <a:xfrm>
            <a:off x="8764907" y="1020301"/>
            <a:ext cx="3332875" cy="5304999"/>
            <a:chOff x="8390257" y="924983"/>
            <a:chExt cx="3332875" cy="530499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D9D1C27-04CF-79AC-8E43-673A34ACF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90257" y="924983"/>
              <a:ext cx="2837090" cy="2598221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47516BA-AAAF-CF79-5A49-6A26F5225D1D}"/>
                </a:ext>
              </a:extLst>
            </p:cNvPr>
            <p:cNvSpPr txBox="1"/>
            <p:nvPr/>
          </p:nvSpPr>
          <p:spPr>
            <a:xfrm rot="5400000">
              <a:off x="9936722" y="3325342"/>
              <a:ext cx="3203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Mean volume difference (mL)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7A73CDC-99F0-A278-F493-1BC812C519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403983" y="3633717"/>
              <a:ext cx="2834954" cy="25962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73024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F5A21-6D4D-A481-632F-580DFB0B3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Normative (no suture fusion)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2D438-42F6-9C09-E62B-C6D09DC5E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3532"/>
            <a:ext cx="5768788" cy="531934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patterns do we expect:</a:t>
            </a:r>
          </a:p>
          <a:p>
            <a:pPr lvl="1"/>
            <a:r>
              <a:rPr lang="en-US" dirty="0"/>
              <a:t>No distinguishing patterns that are significant across the population</a:t>
            </a:r>
          </a:p>
          <a:p>
            <a:r>
              <a:rPr lang="en-US" dirty="0"/>
              <a:t>N=1155</a:t>
            </a:r>
          </a:p>
          <a:p>
            <a:r>
              <a:rPr lang="en-US" dirty="0"/>
              <a:t>Modeling results presents underestimation of mean shape</a:t>
            </a:r>
          </a:p>
          <a:p>
            <a:pPr lvl="1"/>
            <a:r>
              <a:rPr lang="en-US" dirty="0"/>
              <a:t>Constrained head shapes are “smaller” than actual head shapes</a:t>
            </a:r>
          </a:p>
          <a:p>
            <a:r>
              <a:rPr lang="en-US" dirty="0"/>
              <a:t>There are many subjects in this dataset that display “abnormal” head shapes, e.g. flattening in back of cranium (loss of volume in regions 7-8)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A521CD1-4B33-6F0B-402C-83699F8CF83F}"/>
              </a:ext>
            </a:extLst>
          </p:cNvPr>
          <p:cNvGrpSpPr/>
          <p:nvPr/>
        </p:nvGrpSpPr>
        <p:grpSpPr>
          <a:xfrm>
            <a:off x="7596878" y="1573796"/>
            <a:ext cx="4500904" cy="3710406"/>
            <a:chOff x="7222228" y="1573796"/>
            <a:chExt cx="4500904" cy="371040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C78CFB9-EEA4-88C7-25D2-9610472B4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222228" y="1573796"/>
              <a:ext cx="4090422" cy="371040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AB7F301-8791-6499-25BD-31B2439CFAEE}"/>
                </a:ext>
              </a:extLst>
            </p:cNvPr>
            <p:cNvSpPr txBox="1"/>
            <p:nvPr/>
          </p:nvSpPr>
          <p:spPr>
            <a:xfrm rot="5400000">
              <a:off x="9936722" y="3325342"/>
              <a:ext cx="3203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Mean volume difference (mL)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3519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11391-B4C8-6C11-3EB0-2528C2FE4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volume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A6E08A-D3B7-0565-B4FC-292626DD82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0626" y="1404664"/>
            <a:ext cx="6210852" cy="41711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785DFD-B365-7A98-CE6B-3C5463DF63AB}"/>
              </a:ext>
            </a:extLst>
          </p:cNvPr>
          <p:cNvSpPr txBox="1"/>
          <p:nvPr/>
        </p:nvSpPr>
        <p:spPr>
          <a:xfrm>
            <a:off x="7754273" y="900921"/>
            <a:ext cx="368744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PC 1 fitting error per patient</a:t>
            </a:r>
          </a:p>
          <a:p>
            <a:pPr algn="ctr"/>
            <a:r>
              <a:rPr lang="en-US" sz="1600" i="1" dirty="0"/>
              <a:t>(PC 1 component value – estimated mean)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D21DF2-6384-3850-B603-127B302C137C}"/>
              </a:ext>
            </a:extLst>
          </p:cNvPr>
          <p:cNvSpPr txBox="1"/>
          <p:nvPr/>
        </p:nvSpPr>
        <p:spPr>
          <a:xfrm>
            <a:off x="7148393" y="4716048"/>
            <a:ext cx="473347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Mean PC 1 value estimated using </a:t>
            </a:r>
            <a:r>
              <a:rPr lang="en-US" sz="1400" dirty="0" err="1"/>
              <a:t>Arcsinh</a:t>
            </a:r>
            <a:r>
              <a:rPr lang="en-US" sz="1400" dirty="0"/>
              <a:t> regression function at patient’s age and sex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i="1" dirty="0"/>
              <a:t>Errors should be evenly distributed about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Systematically overestimating mean value in </a:t>
            </a:r>
            <a:r>
              <a:rPr lang="en-US" sz="1400"/>
              <a:t>PC1 (similar </a:t>
            </a:r>
            <a:r>
              <a:rPr lang="en-US" sz="1400" dirty="0"/>
              <a:t>results in all PCs)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Constrained head shapes are on average smaller than true head shapes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A42389-0FB4-9CBD-04E6-747C92E7A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802" y="1516474"/>
            <a:ext cx="3969112" cy="301886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573ACA-BAC4-738B-1EAA-9CBEDF727E0E}"/>
                  </a:ext>
                </a:extLst>
              </p:cNvPr>
              <p:cNvSpPr txBox="1"/>
              <p:nvPr/>
            </p:nvSpPr>
            <p:spPr>
              <a:xfrm>
                <a:off x="10380656" y="2040047"/>
                <a:ext cx="1368814" cy="396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dirty="0" smtClean="0">
                          <a:latin typeface="Cambria Math" panose="02040503050406030204" pitchFamily="18" charset="0"/>
                        </a:rPr>
                        <m:t>𝑀𝑒𝑎𝑛</m:t>
                      </m:r>
                      <m:r>
                        <a:rPr lang="en-US" sz="1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i="1" dirty="0" smtClean="0">
                          <a:latin typeface="Cambria Math" panose="02040503050406030204" pitchFamily="18" charset="0"/>
                        </a:rPr>
                        <m:t>𝑒𝑟𝑟𝑜𝑟</m:t>
                      </m:r>
                      <m:r>
                        <a:rPr lang="en-US" sz="1000" i="1" dirty="0" smtClean="0">
                          <a:latin typeface="Cambria Math" panose="02040503050406030204" pitchFamily="18" charset="0"/>
                        </a:rPr>
                        <m:t> = 44.10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573ACA-BAC4-738B-1EAA-9CBEDF727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0656" y="2040047"/>
                <a:ext cx="1368814" cy="3965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BF5C7E-F377-C031-770E-4ACE66970968}"/>
              </a:ext>
            </a:extLst>
          </p:cNvPr>
          <p:cNvCxnSpPr/>
          <p:nvPr/>
        </p:nvCxnSpPr>
        <p:spPr>
          <a:xfrm>
            <a:off x="10420938" y="2183281"/>
            <a:ext cx="241691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8071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C3BB-A214-9ACE-5CE4-614DBD407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 Results</a:t>
            </a:r>
          </a:p>
        </p:txBody>
      </p:sp>
      <p:pic>
        <p:nvPicPr>
          <p:cNvPr id="9" name="Picture 8" descr="A chart of different colored boxes&#10;&#10;Description automatically generated">
            <a:extLst>
              <a:ext uri="{FF2B5EF4-FFF2-40B4-BE49-F238E27FC236}">
                <a16:creationId xmlns:a16="http://schemas.microsoft.com/office/drawing/2014/main" id="{60E80A1C-8E7D-BEBC-9F1D-6954C75C84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27" y="1755279"/>
            <a:ext cx="5760720" cy="3840480"/>
          </a:xfrm>
          <a:prstGeom prst="rect">
            <a:avLst/>
          </a:prstGeom>
        </p:spPr>
      </p:pic>
      <p:pic>
        <p:nvPicPr>
          <p:cNvPr id="11" name="Picture 10" descr="A white sheet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CD5289FC-988C-40DD-A4B5-1AEBF9FE34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4035" y="1755279"/>
            <a:ext cx="5760720" cy="384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189532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Theme" id="{C89E69EA-AC4E-4F77-946C-98462743B59E}" vid="{6A39684F-CBC6-4CF5-9A83-37731D9E677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PresentationTheme</Template>
  <TotalTime>4198</TotalTime>
  <Words>678</Words>
  <Application>Microsoft Office PowerPoint</Application>
  <PresentationFormat>Widescreen</PresentationFormat>
  <Paragraphs>97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Times New Roman</vt:lpstr>
      <vt:lpstr>PresentationTheme</vt:lpstr>
      <vt:lpstr>R01 Specific Aim 1</vt:lpstr>
      <vt:lpstr>Data summary</vt:lpstr>
      <vt:lpstr>Region based map</vt:lpstr>
      <vt:lpstr>Sagittal suture fusion</vt:lpstr>
      <vt:lpstr>Metopic suture fusion</vt:lpstr>
      <vt:lpstr>Unicoronal suture fusion</vt:lpstr>
      <vt:lpstr>Multiple suture fusion</vt:lpstr>
      <vt:lpstr>Normative (no suture fusion)</vt:lpstr>
      <vt:lpstr>Global volume results</vt:lpstr>
      <vt:lpstr>Metric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R01 Aim 1 Task 1</dc:title>
  <dc:creator>Elkhill, Connor</dc:creator>
  <cp:lastModifiedBy>Elkhill, Connor</cp:lastModifiedBy>
  <cp:revision>1</cp:revision>
  <dcterms:created xsi:type="dcterms:W3CDTF">2024-01-17T04:29:00Z</dcterms:created>
  <dcterms:modified xsi:type="dcterms:W3CDTF">2024-03-06T22:07:32Z</dcterms:modified>
</cp:coreProperties>
</file>